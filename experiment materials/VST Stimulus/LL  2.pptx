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5"/>
    <p:restoredTop sz="94764"/>
  </p:normalViewPr>
  <p:slideViewPr>
    <p:cSldViewPr snapToGrid="0" snapToObjects="1" showGuides="1">
      <p:cViewPr varScale="1">
        <p:scale>
          <a:sx n="79" d="100"/>
          <a:sy n="79" d="100"/>
        </p:scale>
        <p:origin x="85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119CB-3A9F-FF40-8FC3-7295CA97C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0011D3-188F-2149-A365-C228C614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134A8F-02F0-1244-B6D2-E0AB85F0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C882C4-DF27-D846-A372-EABF9878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66AE6-E9BF-614C-8A12-B9E8576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2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B71A4-D1F6-CC45-B4EE-672379AD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0D534-C68C-6048-9CF4-45252D79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FD0803-8161-8C40-B10B-2722CA9A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BD775-9641-5B4A-A37F-11674F2A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EAAF20-2E32-2249-AAC4-A6133661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83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30ED4C-7E1B-EF4C-BE9F-9F65E31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CE5896-D5F3-5145-B6D3-7E6630D37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AF359-AED2-E34D-BB44-2F90443E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4A1FD-2261-0043-9579-543B734D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602591-080B-074F-BC1F-D334F82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77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0BFA2-7E07-6746-A9CF-878CA95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FE6540-D279-4643-A232-253D5A701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D724FB-36E3-084C-A34A-2E415A62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DC2D1-62CD-9D4C-9CFA-3554AC31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F6F828-28D5-334A-958F-F96078BF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731E60-B079-5541-82C3-441AFD85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678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0F037-D0F9-C348-B6A4-AE431AD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80037-4B06-4948-ABA3-8E8302E2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CA1C9-E1A8-0C4B-837F-101315AF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0DE51A-0CDB-3B4D-B1E9-FBC4CD29F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09D9818-8F55-F945-BCE2-E0F0EA635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CC34C0-E3E2-2D4E-B0EE-55EDE24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A090DF-3EEC-6F48-98B1-377C9F80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EDD677-6E6C-534F-B370-9D4DC6A0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08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541AC-262F-B246-9B67-20A38795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ECF924A-6D4D-7149-ADF9-96525139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B0BF5E-F42E-BD42-83DC-7B4050AD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08DA23-E46D-6B42-AFBE-9933674E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945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6202C9-2235-6840-9FDE-A39E0282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02638C-3224-7242-B7B0-72E8941D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E79102-F959-EF4C-B67D-4333E91D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6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04E58C-BEC5-DB41-AEBC-4D9CF82E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AB1B4A-C366-4343-B94A-FA352FA0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1334D2-D98A-9742-BB04-BEFA63FCF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956EAA-B2FB-6F43-AF78-80FAFD52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A37126-FD87-DB43-B94A-F185F174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D561A8-1338-6248-8770-77B945E5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5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5B4E9-0A09-764A-932A-1964B9AE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6AC4F5-96BA-8247-893F-D7A23BCBC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ACF5CB-408A-0C4C-A57F-BE48E4DD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A68F4-7B90-6841-B87B-720AE8B1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382FB5-C197-D540-B93C-FB7E264E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23FEA8-CEF6-6244-894C-FA20E59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737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9D384A-4F5E-624D-BA76-9317C2A3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8B9E1-54A7-B445-AC88-2654557B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C26AC2-2E26-1842-B879-BD8FEBA7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28C254-3684-BC41-9DCA-E6BBA7A6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1A453-44D7-1241-8B79-E7399441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999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6137B2-3FC2-484A-9819-D0FCB15D5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2A0DD5-BF15-1747-9E80-247C8356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02A59-FB8C-6549-ABF8-18DC3A8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E9EA3-A9D7-834A-AE6D-FFFA18F0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5513A0-491C-F947-AE31-7C403965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49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5D540B-B96E-0C4A-8BBA-F1C696ED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BB34DA-32A3-924E-85BB-C4699BB39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C2E15-9616-674F-A44B-A8C60DE06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6A38-E1CE-E54F-90FE-A6B31CEEB665}" type="datetimeFigureOut">
              <a:rPr kumimoji="1" lang="zh-TW" altLang="en-US" smtClean="0"/>
              <a:t>2022/9/1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355B0-BAE2-C84E-A52B-A0516C577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B0F006-ADC2-D945-9AD7-9E57E04F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554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7518765C-86CF-288B-299D-CCC88D77EE8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43C2EBF6-9128-7A0C-2B74-B63388622E2D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ECF4D662-8F56-D640-FCBF-382CB4058F2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2" name="群組 1">
                  <a:extLst>
                    <a:ext uri="{FF2B5EF4-FFF2-40B4-BE49-F238E27FC236}">
                      <a16:creationId xmlns:a16="http://schemas.microsoft.com/office/drawing/2014/main" id="{E442FABC-7481-F14D-9C41-9A2B8321B9C5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5" name="文字方塊 4">
                    <a:extLst>
                      <a:ext uri="{FF2B5EF4-FFF2-40B4-BE49-F238E27FC236}">
                        <a16:creationId xmlns:a16="http://schemas.microsoft.com/office/drawing/2014/main" id="{DC1281AA-9E40-A14E-89D9-FD33DA6A44F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C575249A-312D-644D-ABA0-62D1AFDB879F}"/>
                      </a:ext>
                    </a:extLst>
                  </p:cNvPr>
                  <p:cNvGrpSpPr/>
                  <p:nvPr/>
                </p:nvGrpSpPr>
                <p:grpSpPr>
                  <a:xfrm>
                    <a:off x="5276960" y="1917130"/>
                    <a:ext cx="2213954" cy="3365740"/>
                    <a:chOff x="1253600" y="242046"/>
                    <a:chExt cx="2213954" cy="3365740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2F555D4-D5B3-D44E-9E2E-94F7957C8A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53600" y="242046"/>
                      <a:ext cx="2116491" cy="3262071"/>
                      <a:chOff x="403580" y="-109008"/>
                      <a:chExt cx="2116491" cy="3262071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5103572B-25E4-3943-AAA5-4BAE53D502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460081" y="149750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D04B75FD-1BDE-C548-8632-B47EFD03364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23310">
                        <a:off x="1195986" y="792251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29BFAE70-3AB2-EA4F-82EF-CDFCB330EC4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31333">
                        <a:off x="749229" y="211121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7D4870C-9A4D-C344-BB06-8E27A280E87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11449">
                        <a:off x="96411" y="1568387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11E400D-9F82-7649-9D27-12156B2498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897958">
                        <a:off x="203138" y="481438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FD5FE89-79DB-B841-8508-44A249194D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427" y="210770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FC73F3DA-2191-1E42-8370-AAD8EC07AF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09082">
                        <a:off x="1478225" y="35262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A790FC47-5C21-174F-BCE1-88C7C9AEEE3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 flipV="1">
                        <a:off x="724382" y="28914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</p:grpSp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111BCF5E-FB99-D847-BD71-00DEEA6D56F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3117985">
                      <a:off x="2423959" y="2564190"/>
                      <a:ext cx="1440000" cy="647191"/>
                    </a:xfrm>
                    <a:prstGeom prst="rect">
                      <a:avLst/>
                    </a:prstGeom>
                    <a:noFill/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D2A1F5C5-8AF5-1A84-9AAD-52D62006AC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04980">
                  <a:off x="5745136" y="363192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6116A4D8-0EAB-8546-6930-2E0CFEAB4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04980">
                  <a:off x="7270748" y="349561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E928FF15-0608-446A-80C2-CEF6BB6ECA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04980">
                  <a:off x="4510957" y="364022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1B5CA6B-CAAA-3CD5-0786-149C1AD62D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04980">
                  <a:off x="7350922" y="239782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A01ED3F2-E351-6346-0623-7DFF67C23C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217331" y="164632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774418D8-AADC-3605-87D8-9A7D092182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36019" y="299612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EF94965C-B994-4EAA-57E0-2A7396AED4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985014" y="479696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4753F864-59B1-3C65-0056-2D818A64C8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049223" y="186692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EB61FAE-3720-A323-9E76-ACFBC6E0B0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90744" y="240362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AE91C9B2-3B37-9EBC-1AD0-834E1FD24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675905">
                  <a:off x="6937331" y="185647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4242BEFB-474C-E02F-75C7-3C97432567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060889">
                  <a:off x="4720534" y="306565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73CA4AD4-1116-39C1-0BA2-950276C53A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04980">
                  <a:off x="6840980" y="460759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39572BC1-DC01-AD0B-0C1D-C1F6EECDA9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15172">
                  <a:off x="5586287" y="168012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97566B4-63E0-501F-FF74-C07EC8F8D5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04980">
                  <a:off x="5079381" y="463201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DD036352-05AB-63AB-2AB6-8BFF78EDD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15172">
                  <a:off x="6875191" y="397264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657B916F-FAFE-7B10-9294-83566EFDF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21039">
                  <a:off x="4586896" y="227014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4F7E8CC3-3E46-3415-F13C-96DA9DBAE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20657">
                  <a:off x="5037735" y="387713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99456609-0519-093C-29DF-FA6FC412D5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697601">
                  <a:off x="6653418" y="342764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17C480CD-8A60-59B7-3E3D-8CCF8A31E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05409">
                  <a:off x="4435928" y="200643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D8CD64BC-A742-C086-4850-7EBD8B5D4B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00167">
                  <a:off x="4375490" y="426573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BB22FA55-4C6E-D8C9-0913-5CB27785EA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0229869">
                <a:off x="6636989" y="3028285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5CA437A8-211E-F39F-2D59-F4BBE92FF0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559503" y="477430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22E284C1-99D9-A4C5-7B23-420AC41DF3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138255" y="310055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F43D29C2-E4FD-13FC-FD84-D0931CEAD0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7101436" y="307033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840B16CB-F1FA-3511-FC05-BBB7EF6990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205649" y="228500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4A5556D8-EEAB-C332-F5DC-038A880888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943923" y="406335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C2CB10CC-4C87-8A7F-5289-49EAA7E288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125558" y="308694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B98C7C50-1975-E445-7EDE-383364126A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053734" y="319400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0FCC3DA0-C631-7F04-34FE-F4A450993B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408591" y="443674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7184702D-E85D-A79A-47BE-EBA802EACD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91622">
              <a:off x="4517598" y="463871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E549599D-1250-B3B9-FD80-34395E6AA8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391622">
              <a:off x="6810022" y="270097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8536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30584FEB-26FC-C67C-A310-9BB864E1BAE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0A177D18-DE81-25F8-8E85-B5A7914DCA70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66F71BB7-D271-CA7D-FC16-5F84AC8352F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2" name="群組 1">
                  <a:extLst>
                    <a:ext uri="{FF2B5EF4-FFF2-40B4-BE49-F238E27FC236}">
                      <a16:creationId xmlns:a16="http://schemas.microsoft.com/office/drawing/2014/main" id="{33037BC7-4945-104B-B1AB-949FC2B110A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5" name="文字方塊 4">
                    <a:extLst>
                      <a:ext uri="{FF2B5EF4-FFF2-40B4-BE49-F238E27FC236}">
                        <a16:creationId xmlns:a16="http://schemas.microsoft.com/office/drawing/2014/main" id="{18D9A3B0-0FFA-2A41-9095-0F858BD14211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16191B42-B3E0-B444-9D32-B83077291650}"/>
                      </a:ext>
                    </a:extLst>
                  </p:cNvPr>
                  <p:cNvGrpSpPr/>
                  <p:nvPr/>
                </p:nvGrpSpPr>
                <p:grpSpPr>
                  <a:xfrm>
                    <a:off x="4881153" y="1876599"/>
                    <a:ext cx="3197694" cy="3541401"/>
                    <a:chOff x="4545875" y="289832"/>
                    <a:chExt cx="3197694" cy="3541401"/>
                  </a:xfrm>
                  <a:noFill/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981D6CA-4E00-B042-B14C-F2F090AD31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45875" y="289832"/>
                      <a:ext cx="3197694" cy="3541401"/>
                      <a:chOff x="4293600" y="377420"/>
                      <a:chExt cx="3197694" cy="3541401"/>
                    </a:xfrm>
                    <a:grpFill/>
                  </p:grpSpPr>
                  <p:sp>
                    <p:nvSpPr>
                      <p:cNvPr id="7" name="矩形 6">
                        <a:extLst>
                          <a:ext uri="{FF2B5EF4-FFF2-40B4-BE49-F238E27FC236}">
                            <a16:creationId xmlns:a16="http://schemas.microsoft.com/office/drawing/2014/main" id="{8441893D-875A-F44B-90EC-341C0C14F6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93600" y="486326"/>
                        <a:ext cx="3033656" cy="3033656"/>
                      </a:xfrm>
                      <a:prstGeom prst="rect">
                        <a:avLst/>
                      </a:prstGeom>
                      <a:grpFill/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kumimoji="1" lang="en-US" altLang="zh-TW" dirty="0"/>
                          <a:t>=</a:t>
                        </a:r>
                        <a:endParaRPr kumimoji="1" lang="zh-TW" altLang="en-US" dirty="0"/>
                      </a:p>
                    </p:txBody>
                  </p:sp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73A10F7-57D4-2C44-BB48-C8E914BE54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22438">
                        <a:off x="4237106" y="92183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A0773406-3DC2-F841-9AE5-7A262B13118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300768" y="287697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03C41F08-D1B1-AF44-B145-136E32918F9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875314">
                        <a:off x="4933891" y="225980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A8DF9217-9B9F-1E4A-A146-BDD283EDDA9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621672">
                        <a:off x="4776606" y="102658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D2F56648-77BE-5745-8306-371719BD21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5981479" y="242138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0A1B3DEC-1E44-8548-81FA-4326C72BF50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48048">
                        <a:off x="6051294" y="1753829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4C80C760-6529-324B-B93D-E7A86806657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218816" y="145114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25C2898B-07DF-7F42-873E-8BD3CF3ED88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550440">
                        <a:off x="5417854" y="77557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6" name="圖片 15">
                        <a:extLst>
                          <a:ext uri="{FF2B5EF4-FFF2-40B4-BE49-F238E27FC236}">
                            <a16:creationId xmlns:a16="http://schemas.microsoft.com/office/drawing/2014/main" id="{1367C37C-94A0-634E-BE5F-37DCC7D730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207100" y="2778629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FF29EFFF-31AA-AF4E-8E95-1C9FAC7A613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3117985">
                      <a:off x="6177278" y="1213991"/>
                      <a:ext cx="1440000" cy="647191"/>
                    </a:xfrm>
                    <a:prstGeom prst="rect">
                      <a:avLst/>
                    </a:prstGeom>
                    <a:grpFill/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5D8F85B8-1C40-FA7B-D36A-10C3A1519F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620482">
                  <a:off x="5885332" y="2805258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EA0E73BB-B5A0-A4E7-1895-D15B7C314B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26820">
                  <a:off x="6686582" y="204582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EF9CD196-165F-85F3-D490-CAD10D17B3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13494">
                  <a:off x="5466869" y="183212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CDCEFFF8-CF3A-C517-8901-8CF66893A5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37045" y="356359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55859B5E-D16B-5F6C-8381-846F7EB463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98905">
                  <a:off x="5387719" y="337856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AAF94C94-7EF0-2744-F89E-A630784843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24959">
                  <a:off x="6964619" y="357689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E00ACC92-1BF1-8BAD-45ED-24EA1E9FA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503801" y="368076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E1C20095-C9DB-CD32-96B3-F4C2B9D423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12900">
                  <a:off x="4231118" y="266518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32E5F0AD-B319-0AED-66CE-B4ADCF89D7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2647">
                  <a:off x="7162211" y="284359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89216690-F53B-39B0-CFF7-A44467AF9C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078561" y="160237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BD88ED72-CFB5-A5E0-F449-23375D1813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28795">
                  <a:off x="5339539" y="227578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5009F357-C04E-FCEB-599E-6BC017874B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47430">
                  <a:off x="6499506" y="449173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6EE4F8CD-676E-0E2C-11F1-9327C6DD6F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30707">
                  <a:off x="4327850" y="444506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C449A9F3-203A-2DBD-188F-0FC0A83003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92703">
                  <a:off x="4592300" y="171067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D2962C4F-9BF2-B2CF-084D-D2A9AAA838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26820">
                  <a:off x="6071363" y="4746759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918E85B5-8156-0478-9146-D2F06CC8F1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14268">
                  <a:off x="4932093" y="4697314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0EB2A90-C80A-157F-5525-5608E87D75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26820">
                  <a:off x="7005783" y="464021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5FDD9F33-D35B-A3D6-382F-B3F8E77914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19305">
                  <a:off x="4143778" y="3338400"/>
                  <a:ext cx="1440000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7FA0FB1C-1F9B-D15C-AC39-80ED0869A8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179003">
                <a:off x="5465673" y="4571260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779202E8-9DC4-739F-9ED8-C91754E959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428795">
              <a:off x="5220687" y="4101442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392CC0DF-C952-3707-9F37-15EAFB1EED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428795">
              <a:off x="6640300" y="3434055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A9CC6BA2-59CF-8917-D020-405426DD15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428795">
              <a:off x="4860524" y="3633346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908FAE8E-47BD-769E-5099-C37A669B59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428795">
              <a:off x="4801532" y="2565326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4B9F8715-138A-2FB9-F3A7-313BD08B4D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428795">
              <a:off x="6251242" y="2418167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94F1AC75-801E-02AE-F5CE-77F1809374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428795">
              <a:off x="5591221" y="3535400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8ECE33C8-D71A-CB1E-812D-A6746579ED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363884">
              <a:off x="6814769" y="3205265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3B49215A-41A0-FAD4-7C1B-21A502FFB7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289795">
              <a:off x="4412840" y="3955383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3ECC1A38-93D3-B9DC-1802-6F5A13F070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4846">
              <a:off x="5198079" y="1902269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3F991298-0A8D-5342-91E0-36C8E9C495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587057">
              <a:off x="5647379" y="2943368"/>
              <a:ext cx="1440000" cy="643693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52291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0B824ED1-A089-0822-3CCA-F9F1D068CC82}"/>
              </a:ext>
            </a:extLst>
          </p:cNvPr>
          <p:cNvGrpSpPr/>
          <p:nvPr/>
        </p:nvGrpSpPr>
        <p:grpSpPr>
          <a:xfrm>
            <a:off x="4320000" y="1435614"/>
            <a:ext cx="4320000" cy="4324386"/>
            <a:chOff x="4320000" y="1435614"/>
            <a:chExt cx="4320000" cy="4324386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8013C537-AE89-086E-2AFD-67CE371C6871}"/>
                </a:ext>
              </a:extLst>
            </p:cNvPr>
            <p:cNvGrpSpPr/>
            <p:nvPr/>
          </p:nvGrpSpPr>
          <p:grpSpPr>
            <a:xfrm>
              <a:off x="4320000" y="1435614"/>
              <a:ext cx="4320000" cy="4324386"/>
              <a:chOff x="4320000" y="1435614"/>
              <a:chExt cx="4320000" cy="4324386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EECDD6AD-B86F-035E-3974-E19037667B10}"/>
                  </a:ext>
                </a:extLst>
              </p:cNvPr>
              <p:cNvGrpSpPr/>
              <p:nvPr/>
            </p:nvGrpSpPr>
            <p:grpSpPr>
              <a:xfrm>
                <a:off x="4320000" y="1435614"/>
                <a:ext cx="4320000" cy="4324386"/>
                <a:chOff x="4320000" y="1435614"/>
                <a:chExt cx="4320000" cy="4324386"/>
              </a:xfrm>
            </p:grpSpPr>
            <p:grpSp>
              <p:nvGrpSpPr>
                <p:cNvPr id="2" name="群組 1">
                  <a:extLst>
                    <a:ext uri="{FF2B5EF4-FFF2-40B4-BE49-F238E27FC236}">
                      <a16:creationId xmlns:a16="http://schemas.microsoft.com/office/drawing/2014/main" id="{3BA56D43-EE3B-C24D-AD4C-19AA45D54D37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3" name="文字方塊 2">
                    <a:extLst>
                      <a:ext uri="{FF2B5EF4-FFF2-40B4-BE49-F238E27FC236}">
                        <a16:creationId xmlns:a16="http://schemas.microsoft.com/office/drawing/2014/main" id="{717D1311-62D6-FF48-ADA0-992506541EB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" name="群組 3">
                    <a:extLst>
                      <a:ext uri="{FF2B5EF4-FFF2-40B4-BE49-F238E27FC236}">
                        <a16:creationId xmlns:a16="http://schemas.microsoft.com/office/drawing/2014/main" id="{233BC4F8-7F89-BB4B-9328-94B92BC126F5}"/>
                      </a:ext>
                    </a:extLst>
                  </p:cNvPr>
                  <p:cNvGrpSpPr/>
                  <p:nvPr/>
                </p:nvGrpSpPr>
                <p:grpSpPr>
                  <a:xfrm>
                    <a:off x="4518633" y="1981025"/>
                    <a:ext cx="3562489" cy="3237950"/>
                    <a:chOff x="7975065" y="298741"/>
                    <a:chExt cx="3562489" cy="3237950"/>
                  </a:xfrm>
                </p:grpSpPr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75A296D8-5F29-4349-90C6-FAD8EBFD81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75065" y="473330"/>
                      <a:ext cx="3562489" cy="3063361"/>
                      <a:chOff x="7431909" y="1043205"/>
                      <a:chExt cx="3562489" cy="3063361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4247BEF-3785-8B4E-B4F0-BF32F813C49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90600">
                        <a:off x="7431909" y="173295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2BAC5B5-7BE7-D64F-8C7A-013EF18397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937482">
                        <a:off x="7830075" y="3055062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A485235-3862-A040-AA74-CBCBBA78A47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1444935">
                        <a:off x="8985275" y="2424892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1C8606B-2836-2D42-B070-73541BF6B20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850454" y="104320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7F8C6F7-808B-334C-8964-8063C2CFDC4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30270">
                        <a:off x="8758737" y="1357908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67C0B30A-6296-BC43-8E05-9267BE80FA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6616938">
                        <a:off x="8386610" y="3064719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E87DA37D-E592-F04A-9092-A98D99F539C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581371">
                        <a:off x="9476184" y="3026628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53D4E82-E0CD-144E-8BC2-CF6218E6612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554398" y="2005347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A1C1ACE3-FCDC-7042-AE53-73CB8634111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4316565">
                        <a:off x="8038186" y="218362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</p:grpSp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EF429EBB-7E63-2640-B96D-35B379F7B26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7903949">
                      <a:off x="9900326" y="695145"/>
                      <a:ext cx="1440000" cy="647191"/>
                    </a:xfrm>
                    <a:prstGeom prst="rect">
                      <a:avLst/>
                    </a:prstGeom>
                    <a:noFill/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C27734A-2563-BA37-BA09-C18AB7B9BB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767160">
                  <a:off x="5328451" y="284551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BAF69255-7D86-0C25-185E-876CD201B3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501097">
                  <a:off x="6737727" y="325971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3917EBA1-F197-7AD2-FFB1-73D5C1A612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61930">
                  <a:off x="5602450" y="215465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504825B5-B535-EFE0-8274-278AF2DE0A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439493">
                  <a:off x="4450528" y="330457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168BC247-FCCD-9E4C-74D0-EEA0825175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99583">
                  <a:off x="5090387" y="446254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D772A402-8BC6-C17A-C8DC-59010DB861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21703">
                  <a:off x="5693141" y="358597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4C1DB15A-F8FB-CE7C-95E0-9776F789D1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16565">
                  <a:off x="6985838" y="365055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EC2FCB46-6459-FA09-F306-353FAACFB3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16565">
                  <a:off x="6536538" y="183376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9A64F33A-BDD8-5EED-8C81-AF783CDCDA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795328" y="159819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87C6C185-5149-10F8-6D6E-2DF648F1C6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452065">
                  <a:off x="4469838" y="206351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6B9BEE88-28C1-9681-2D85-864AFC25D4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834377">
                  <a:off x="7132072" y="248701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15462282-126B-4ED6-140D-5323BB0915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87841">
                  <a:off x="4488799" y="453769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830DFE52-D1D2-5707-D6BD-29178A08C3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16565">
                  <a:off x="6684285" y="457667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0AE00C66-5AF9-E972-30F8-5816D1DB3B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47953">
                  <a:off x="5988970" y="315299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CB9AFAD-9A89-9015-440F-36712BA758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16565">
                  <a:off x="4634865" y="365478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9BC1F507-2892-E545-7CD9-BA24074864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16565">
                  <a:off x="7076346" y="280515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62CFD40F-FBC7-9329-F15C-099F2FC1B8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41816">
                  <a:off x="5460420" y="194892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CBB20760-955A-7B64-C7CE-0E8B682113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91368">
                  <a:off x="7198767" y="426682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3C64F419-8F52-52F8-1AE9-0458F2556A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956967">
                  <a:off x="7025503" y="175592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F08C3FF8-290C-12FD-5093-FD34ABDBCC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7461666">
                <a:off x="6017938" y="4638410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29FFD16E-008D-AD38-8AAD-5EBDFC0BF3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444935">
              <a:off x="5067274" y="380428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1EBBA5F6-EC2F-9DAF-C086-9CD1EA164F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444935">
              <a:off x="5242537" y="238562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81E702B4-F8C9-CA6D-EA38-477B7EE016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444935">
              <a:off x="4590172" y="315299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9326664E-96DF-D869-8A54-07AD9517FA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48221">
              <a:off x="6000837" y="417593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77D5426B-B26D-EFFC-0463-FB8311B6A2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48221">
              <a:off x="6017004" y="214785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9B4E72D8-ABDC-8385-9D2A-F56F698856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48221">
              <a:off x="5444115" y="296576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620B20EA-EB78-0755-EF98-1DDEC8BFFF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634069">
              <a:off x="7231655" y="3412293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FF91F724-B332-C19F-8CFE-1A7DB939D5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144216" y="279591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62756E77-7FA6-4B1A-0BE9-B6B3416B39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469682" y="249219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70E4D137-C173-DFE6-A81D-DC56B2338C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99215">
              <a:off x="5961565" y="174152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2481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FA767760-A2F2-F13C-FA08-60729F3EBEDD}"/>
              </a:ext>
            </a:extLst>
          </p:cNvPr>
          <p:cNvGrpSpPr/>
          <p:nvPr/>
        </p:nvGrpSpPr>
        <p:grpSpPr>
          <a:xfrm>
            <a:off x="4320000" y="1335878"/>
            <a:ext cx="4320000" cy="4424122"/>
            <a:chOff x="4320000" y="1335878"/>
            <a:chExt cx="4320000" cy="4424122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3034A143-6064-6DF5-E5FC-2C179C138E23}"/>
                </a:ext>
              </a:extLst>
            </p:cNvPr>
            <p:cNvGrpSpPr/>
            <p:nvPr/>
          </p:nvGrpSpPr>
          <p:grpSpPr>
            <a:xfrm>
              <a:off x="4320000" y="1335878"/>
              <a:ext cx="4320000" cy="4424122"/>
              <a:chOff x="4320000" y="1335878"/>
              <a:chExt cx="4320000" cy="4424122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AFA01615-C66D-E1B3-7D52-F53152C173FD}"/>
                  </a:ext>
                </a:extLst>
              </p:cNvPr>
              <p:cNvGrpSpPr/>
              <p:nvPr/>
            </p:nvGrpSpPr>
            <p:grpSpPr>
              <a:xfrm>
                <a:off x="4320000" y="1335878"/>
                <a:ext cx="4320000" cy="4424122"/>
                <a:chOff x="4320000" y="1335878"/>
                <a:chExt cx="4320000" cy="4424122"/>
              </a:xfrm>
            </p:grpSpPr>
            <p:grpSp>
              <p:nvGrpSpPr>
                <p:cNvPr id="2" name="群組 1">
                  <a:extLst>
                    <a:ext uri="{FF2B5EF4-FFF2-40B4-BE49-F238E27FC236}">
                      <a16:creationId xmlns:a16="http://schemas.microsoft.com/office/drawing/2014/main" id="{73B978F5-8706-D240-92FB-805A4C8C64A6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3" name="文字方塊 2">
                    <a:extLst>
                      <a:ext uri="{FF2B5EF4-FFF2-40B4-BE49-F238E27FC236}">
                        <a16:creationId xmlns:a16="http://schemas.microsoft.com/office/drawing/2014/main" id="{5D4F6663-83E0-CB44-BBF5-4A3CBDA3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" name="群組 3">
                    <a:extLst>
                      <a:ext uri="{FF2B5EF4-FFF2-40B4-BE49-F238E27FC236}">
                        <a16:creationId xmlns:a16="http://schemas.microsoft.com/office/drawing/2014/main" id="{0FB80D0D-EEA0-F84A-A83E-1C1197296F73}"/>
                      </a:ext>
                    </a:extLst>
                  </p:cNvPr>
                  <p:cNvGrpSpPr/>
                  <p:nvPr/>
                </p:nvGrpSpPr>
                <p:grpSpPr>
                  <a:xfrm>
                    <a:off x="4739408" y="1984040"/>
                    <a:ext cx="3481184" cy="3231919"/>
                    <a:chOff x="1585496" y="3751975"/>
                    <a:chExt cx="3481184" cy="3231919"/>
                  </a:xfrm>
                </p:grpSpPr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5A0043A1-5371-0D47-BE77-E73791C0D4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85496" y="3751975"/>
                      <a:ext cx="3481184" cy="2935383"/>
                      <a:chOff x="1478225" y="3344300"/>
                      <a:chExt cx="3481184" cy="2935383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F188556-DB29-F94D-AB52-54EEC2CF5C7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2795632" y="4514960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F10D8D48-954F-7843-8976-55BAC0905D2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478225" y="381813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7739583-547F-C442-A720-817AED4CEAC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04889">
                        <a:off x="3188058" y="5237836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36042480-9348-6046-80CC-5487B4B1BCA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890322">
                        <a:off x="1439792" y="450804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C03CC8B3-D177-144B-9366-FB878C060F7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6669355">
                        <a:off x="1984121" y="516007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696A2738-9BAE-0E4D-9E78-426DC72D33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18885">
                        <a:off x="3519409" y="4090166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F92EE731-2A2B-7448-8C74-2F3A47F3341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60990">
                        <a:off x="2846847" y="374245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45858D4-3EA6-364A-8A8F-B3FDBFD387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647198" y="5519657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B46F9AFE-0AAF-934C-AFF3-DC312212E99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985438" y="377221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9073E642-CC51-1C4C-B60C-62CB80C233A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589735">
                      <a:off x="3232907" y="5940298"/>
                      <a:ext cx="1440000" cy="647191"/>
                    </a:xfrm>
                    <a:prstGeom prst="rect">
                      <a:avLst/>
                    </a:prstGeom>
                    <a:noFill/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5DF65C9-BA98-72BC-E56A-B6A0E4BF3E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843165">
                  <a:off x="5235960" y="286953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291E6B75-05E7-71ED-2CE1-1EF1609D0A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51443">
                  <a:off x="5923517" y="352213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0EB59DB5-6740-4532-5F44-7FF4A4D94D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828770">
                  <a:off x="5356908" y="414817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0490E72-75CB-643C-9ABE-DA9566EBA2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837342">
                  <a:off x="6945906" y="329962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396AE6D0-361A-2E82-6CDD-9C78A32457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90322">
                  <a:off x="5787157" y="445183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FAD9F0D5-30E3-8B58-3C4B-B1A13978F1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184164">
                  <a:off x="5558366" y="2691089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F409DD71-50BB-A9E5-5F75-B376C2D797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89907">
                  <a:off x="5504465" y="173403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409BDA9F-F2FB-C10C-A214-B84E972FE5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66462">
                  <a:off x="6938221" y="4088284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3AD58A94-4751-03A1-E5BB-CE64C9AE92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32407">
                  <a:off x="5711732" y="407036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AC70E0E-3D81-C18A-ADFE-64C542C153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74621">
                  <a:off x="4297846" y="375717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99B29DDA-50A2-A82F-D1CC-BFE5EDFFD6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839814">
                  <a:off x="6572290" y="205503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5BC93EB5-EE8A-1592-5D18-7F6CC7605D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92487">
                  <a:off x="4065949" y="288125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A96C1B51-D3B8-B426-E170-570E3A1DFF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21380">
                  <a:off x="6525243" y="3357737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E01A3CEF-187B-BF0A-DA2C-CE0461F6F9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42859">
                  <a:off x="4387604" y="202261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3AB264B3-CBA9-4920-136F-6B9A05DED3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32526" y="1834827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51D9A1E3-7D1D-91C5-D201-2774683E6F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07419">
                  <a:off x="4336849" y="4344464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AEC6E243-3971-E870-C479-17811FBBEB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397327">
                  <a:off x="4900736" y="463486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9111B3C-B342-1E9E-678A-640CD3FF31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43423">
                  <a:off x="7129635" y="242737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4EAB5C1D-5075-183A-4689-882A87FA8D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521127">
                  <a:off x="6750571" y="4392817"/>
                  <a:ext cx="1440000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C1CD83DD-0B8D-89AB-0FCF-71CF54C6AA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3117985">
                <a:off x="5326839" y="3382754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98F7B2E3-0F40-86B1-3014-3986E8D199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32407">
              <a:off x="4491702" y="2938440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D79F2CEC-BC41-128C-78C7-3E197632D7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32407">
              <a:off x="6261421" y="2899447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033C4DBD-C2A7-D2FC-CE5A-013D6A06E4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32407">
              <a:off x="5794450" y="2453288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8B0B5410-43EE-4D6B-77E7-BB20BBFDD6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32407">
              <a:off x="4774431" y="3687779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E7C4DAD0-9586-06F5-C0B2-659382E1A8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932407">
              <a:off x="6749679" y="3766983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B424361A-24AA-F644-B929-4C374935D2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457909">
              <a:off x="5153563" y="2336416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1B64215C-1243-D2F8-72E5-5C8BCE9CDB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75736" y="4988120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DEF234BA-4C94-905E-AC1B-F24C4ACA9B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13308" y="1899189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5E214C67-388F-B7F0-85A1-20493EB74A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531438" y="2921695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5649C31E-D06C-1E64-7C09-8EBA78F296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904011" y="2991361"/>
              <a:ext cx="1440000" cy="643693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0728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群組 46">
            <a:extLst>
              <a:ext uri="{FF2B5EF4-FFF2-40B4-BE49-F238E27FC236}">
                <a16:creationId xmlns:a16="http://schemas.microsoft.com/office/drawing/2014/main" id="{44E1E685-9205-44B2-FACE-DD18FDFEC63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9A400312-3B5D-E1DE-2108-F857E7AADA2D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A83BF56F-ABDA-37EC-2729-DDD053E3A0B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2" name="群組 1">
                  <a:extLst>
                    <a:ext uri="{FF2B5EF4-FFF2-40B4-BE49-F238E27FC236}">
                      <a16:creationId xmlns:a16="http://schemas.microsoft.com/office/drawing/2014/main" id="{2F3397BE-EA41-0048-AB25-5F5B7EB225D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3" name="文字方塊 2">
                    <a:extLst>
                      <a:ext uri="{FF2B5EF4-FFF2-40B4-BE49-F238E27FC236}">
                        <a16:creationId xmlns:a16="http://schemas.microsoft.com/office/drawing/2014/main" id="{5B4F53EA-90A7-BE4F-81D9-B152DC210F7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" name="群組 3">
                    <a:extLst>
                      <a:ext uri="{FF2B5EF4-FFF2-40B4-BE49-F238E27FC236}">
                        <a16:creationId xmlns:a16="http://schemas.microsoft.com/office/drawing/2014/main" id="{7B2F4579-C202-A04A-A707-66972372EA83}"/>
                      </a:ext>
                    </a:extLst>
                  </p:cNvPr>
                  <p:cNvGrpSpPr/>
                  <p:nvPr/>
                </p:nvGrpSpPr>
                <p:grpSpPr>
                  <a:xfrm>
                    <a:off x="4395642" y="1828967"/>
                    <a:ext cx="3400715" cy="2908395"/>
                    <a:chOff x="6197887" y="3657767"/>
                    <a:chExt cx="3400715" cy="2908395"/>
                  </a:xfrm>
                </p:grpSpPr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59804D72-2FF7-1043-BFEA-F5817B888A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97887" y="4082465"/>
                      <a:ext cx="3400715" cy="2483697"/>
                      <a:chOff x="7068253" y="3942921"/>
                      <a:chExt cx="3400715" cy="2483697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4B0808B-F006-C74A-A669-9DDBFAF155C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304206">
                        <a:off x="7271280" y="460679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F4AA813-213F-754D-88E4-A077098DEDF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028968" y="464607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575978E2-F712-604F-8871-969326EBA1E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947349" y="541927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8A4D05CF-A8AA-104D-A393-7A2B9959CA5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865294" y="578292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F0587562-DD85-4F4E-9FC3-CAD0738ACA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679203" y="394292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258DED8B-8264-9A4F-AD0B-5EEE08FD12D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068253" y="5426198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AE0208C-A754-6240-A7DF-12C48FEC8B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969605">
                        <a:off x="8223789" y="575027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6EC31A28-5F31-9448-BEA8-653494F4C9F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397158" y="520607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45001B80-4C11-1F40-826D-FA6F7F84E28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5400000">
                      <a:off x="8321230" y="4054171"/>
                      <a:ext cx="1440000" cy="647191"/>
                    </a:xfrm>
                    <a:prstGeom prst="rect">
                      <a:avLst/>
                    </a:prstGeom>
                    <a:noFill/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1BC5FAD1-E688-086F-C91D-949CA428BF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463076">
                  <a:off x="5756537" y="370870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CD71E2A2-4308-F886-0589-CAB37831D1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18623" y="2266624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B45AB486-0713-4D46-E681-2461ED1369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479908">
                  <a:off x="6160794" y="3566848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D26ABC84-0A2C-7B4C-63AC-252D929C5A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36247">
                  <a:off x="6980791" y="238458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24474DBD-AD73-879B-F61D-8E85DFBA4F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896356">
                  <a:off x="6775697" y="3036048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DDC9D561-A8B6-F7E2-A586-6ADEEA4F0D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18108">
                  <a:off x="6951838" y="418347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8A29A555-D602-ED77-43C0-2E4F9ADA73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93036">
                  <a:off x="4233244" y="321331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514CD941-2F85-3D73-D789-6FB20F925E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8164">
                  <a:off x="4757977" y="445489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57929D93-3AFE-01D6-2108-9E692EC163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2641">
                  <a:off x="5652963" y="482455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779F8CCA-1974-BF22-4E10-858CF89654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06181">
                  <a:off x="6238873" y="464952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87807668-192E-5B6A-6D40-D94F0BC783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078722">
                  <a:off x="5402251" y="190693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32B8733E-174D-1709-F041-8FD1755F26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463076">
                  <a:off x="7310222" y="384527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EDF4ACE-2756-46DF-D62A-E34088715C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463076">
                  <a:off x="4411469" y="426957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1E6C7B95-2B64-70C9-3E6E-CE695407D0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684371">
                  <a:off x="4362625" y="215095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E85B1878-3B17-D2E9-64C2-0D1D989C7E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39056">
                  <a:off x="5898671" y="258960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1857FF07-6737-624A-3278-20E771E450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83792">
                  <a:off x="4965150" y="319865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F5E7BD0-3A90-DE03-6CB5-8B518C2816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41866">
                  <a:off x="7405262" y="327815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2DE678B6-BBAE-98B9-FDD6-54B0629016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17120">
                  <a:off x="6532320" y="168122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BD83E0D6-7414-FE0F-58F8-41DA28B66F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21674">
                  <a:off x="5072698" y="1663592"/>
                  <a:ext cx="1440000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6" name="圖片 35">
                <a:extLst>
                  <a:ext uri="{FF2B5EF4-FFF2-40B4-BE49-F238E27FC236}">
                    <a16:creationId xmlns:a16="http://schemas.microsoft.com/office/drawing/2014/main" id="{7F250E75-2844-483E-B3E4-C77F77DF73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1395674">
                <a:off x="5328735" y="2906152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F52059BB-591E-7BEA-774F-6E234EA6F3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306181">
              <a:off x="6400678" y="3789300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76F5D7F0-A7CC-6C7F-090C-91311BC2C1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306181">
              <a:off x="4348177" y="2584862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055723E9-FB1C-4260-09E9-2A41F16A99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306181">
              <a:off x="6265238" y="2632463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968F2C40-B362-92AA-A547-8560984D0E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306181">
              <a:off x="5691004" y="3167530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E7964D8E-3C14-92FC-24F8-1873E3E203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306181">
              <a:off x="4883279" y="4236818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FC7E68D7-5D16-2DBC-907A-F5DCA8DF58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315580" y="3042221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378BC860-E2FB-D929-5A41-8A274FC5C0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115918" y="1891515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EC9D44EF-9DD8-109C-9DD5-B1F631328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100370">
              <a:off x="6651668" y="4778286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593FE573-6C26-3AD3-1ECD-BC7DDC58C7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100370">
              <a:off x="4984914" y="4776015"/>
              <a:ext cx="1440000" cy="643693"/>
            </a:xfrm>
            <a:prstGeom prst="rect">
              <a:avLst/>
            </a:prstGeom>
            <a:noFill/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E719D404-94CB-C385-0D86-5442C8FB70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477600">
              <a:off x="7046534" y="1825810"/>
              <a:ext cx="1440000" cy="643693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41130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3724C277-3316-201E-50DC-A468B48BFAC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6E3CBDE3-5029-0720-0A1E-1B4623B4A23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CD5E45AA-1F21-6BBB-DDEC-100E225B745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2" name="群組 1">
                  <a:extLst>
                    <a:ext uri="{FF2B5EF4-FFF2-40B4-BE49-F238E27FC236}">
                      <a16:creationId xmlns:a16="http://schemas.microsoft.com/office/drawing/2014/main" id="{54CC49AB-6F4F-124B-A84C-CB42488E99D1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4" name="文字方塊 3">
                    <a:extLst>
                      <a:ext uri="{FF2B5EF4-FFF2-40B4-BE49-F238E27FC236}">
                        <a16:creationId xmlns:a16="http://schemas.microsoft.com/office/drawing/2014/main" id="{7965B53B-FCB2-2B4D-94D6-42FF0D1B258B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03ED8313-4DB8-3040-BAE7-93A7ED2B4BC2}"/>
                      </a:ext>
                    </a:extLst>
                  </p:cNvPr>
                  <p:cNvGrpSpPr/>
                  <p:nvPr/>
                </p:nvGrpSpPr>
                <p:grpSpPr>
                  <a:xfrm>
                    <a:off x="4870123" y="1879028"/>
                    <a:ext cx="3219754" cy="3441943"/>
                    <a:chOff x="200193" y="151369"/>
                    <a:chExt cx="3219754" cy="3441943"/>
                  </a:xfrm>
                </p:grpSpPr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60FD267B-6D3A-E841-BE2A-F2059E2563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0193" y="151369"/>
                      <a:ext cx="3219754" cy="3441943"/>
                      <a:chOff x="66649" y="-58258"/>
                      <a:chExt cx="3219754" cy="3441943"/>
                    </a:xfrm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0424B8A-652D-DF4B-A443-E6FD16F2E77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846403" y="64491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690C84B8-F36E-E047-A626-E69D664CAF0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21611">
                        <a:off x="1414787" y="11000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04923C87-EC3C-694C-AD4B-0C414E8A61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64609" y="23418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DF640F6-EB41-8B40-B56E-BB3632C7D9B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829005">
                        <a:off x="96411" y="156838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2A36399-6B40-7F40-AFA8-D5BA567618C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6649" y="4713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752E52A9-F249-D74F-BE21-40DA9CF5EC4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1893">
                        <a:off x="1839960" y="238503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ABC3BE75-FD8E-0B47-9E87-B79BA26630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08925">
                        <a:off x="-184442" y="129933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D18AF48E-2B85-AA40-9CA7-1AE67D5BBD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169499" y="3398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CAD61493-D092-C244-8BA8-5FC3706AE60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 flipV="1">
                        <a:off x="293173" y="9209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A8EC5BB6-EC2C-EC48-8E5D-D0FAB10E117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2137662">
                      <a:off x="1721714" y="2013649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B6F534AC-C401-0629-BBD3-14CD292D54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932884" flipV="1">
                  <a:off x="5397772" y="3494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93B35F15-8B74-A6F9-B830-1639CC5BB9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36410" flipV="1">
                  <a:off x="5906290" y="28360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A3890BA6-763D-0EE3-4FF2-8BDF8C651A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372125" flipV="1">
                  <a:off x="6803233" y="32655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6704C9C9-5102-D990-00DE-C8B0C8795B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16408" flipV="1">
                  <a:off x="4654390" y="43864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2012171-B013-2285-D96D-ABA6E6F36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205906" flipV="1">
                  <a:off x="5852638" y="46485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F902B468-2087-71A9-84F5-48DE3F02E3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14860" y="38223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95FBBA56-A51C-EF07-ABE4-219FCF05D4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16810">
                  <a:off x="5949613" y="40377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D6D3EAC6-FE61-8F3C-163F-480CE82853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17634">
                  <a:off x="6776130" y="29073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4314F6CB-FE85-AF2D-E86C-19B7FF6DF6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1893">
                  <a:off x="5443301" y="24216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6463B56-96BF-4D36-9703-2426639712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11590">
                  <a:off x="4353111" y="29074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01AFC4B-071D-413A-F25A-8D62A449E1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37622" flipV="1">
                  <a:off x="7117098" y="27013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F10B481B-026F-85E8-7B26-3FFAAF163E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01978" flipV="1">
                  <a:off x="5085005" y="45802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7B0AA90A-EDC6-467A-B38D-BBA0FE5B62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875851" flipV="1">
                  <a:off x="4700209" y="17851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12EF3378-B2AC-2F25-C110-C4C25BA36D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73613" flipV="1">
                  <a:off x="5277949" y="17909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8B6EBEF-9DC1-F4C2-7C09-DB2874DC3F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124639" flipV="1">
                  <a:off x="7093944" y="40478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DD895B84-C9FA-0917-27FE-99E75C87AE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46330" flipV="1">
                  <a:off x="7004102" y="48660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B9DFA9B-CF55-CADC-C4F6-7F3E5413FA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37011" flipV="1">
                  <a:off x="7225778" y="21446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BCFE9E7-2F9A-DCB5-4173-86014C0E59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04425" flipV="1">
                  <a:off x="4169951" y="22669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56F555AF-E52C-7BAA-A49D-4DF511AC5A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08129" flipV="1">
                  <a:off x="5893777" y="175182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EBF72E06-A610-9D45-3A3E-EB21538223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262610">
                <a:off x="6515135" y="1855786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99E8B720-FEFA-B895-BC0D-BF22E69ABD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932884" flipV="1">
              <a:off x="5588711" y="2313548"/>
              <a:ext cx="1440000" cy="643693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43DCECDB-0839-64F9-DAF2-77F57D254E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932884" flipV="1">
              <a:off x="4256454" y="3295915"/>
              <a:ext cx="1440000" cy="643693"/>
            </a:xfrm>
            <a:prstGeom prst="rect">
              <a:avLst/>
            </a:prstGeom>
          </p:spPr>
        </p:pic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B0949A3E-2FB6-A693-3764-5F62F57972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932884" flipV="1">
              <a:off x="6766254" y="3722847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119984DD-D661-B4AB-6A6C-9524EA16D9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494237" flipV="1">
              <a:off x="4887918" y="4083886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CB771E37-EB7F-B192-F43F-46767D41C5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932884" flipV="1">
              <a:off x="6786167" y="2457262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CB839E67-B2EA-0D41-1306-FC8D5A353E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214281" flipV="1">
              <a:off x="5298403" y="3082363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B46A961B-7084-0BA1-BCBF-1E4ACB2AEB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214281" flipV="1">
              <a:off x="6551033" y="4597672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E5BE3866-3036-63E4-0AB1-3CBC874A38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214281" flipV="1">
              <a:off x="5199348" y="1833193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21AD60CD-43C6-8DB5-A15C-09871201F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 flipV="1">
              <a:off x="4079942" y="3059700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0720C503-494C-E813-C09E-B43AB03C85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 flipV="1">
              <a:off x="5924434" y="3466390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535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91F13147-DD24-2E8F-5A63-268CC0F1161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8CA2D755-A04D-727A-EFFA-0C159BCB498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1CB09C3F-CEF4-367D-5A39-B27834F1C16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DEDAB479-515A-2743-9401-61DF4687E93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961C9B1-6115-054D-A932-C43FE8BE24A3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30D81776-D079-054A-8BCF-622DDF00F4FD}"/>
                      </a:ext>
                    </a:extLst>
                  </p:cNvPr>
                  <p:cNvGrpSpPr/>
                  <p:nvPr/>
                </p:nvGrpSpPr>
                <p:grpSpPr>
                  <a:xfrm>
                    <a:off x="4821985" y="1943937"/>
                    <a:ext cx="3316029" cy="2970125"/>
                    <a:chOff x="3991113" y="49731"/>
                    <a:chExt cx="3316029" cy="297012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30BA5BE-433B-A44D-B896-F57AD0AFF9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91113" y="49731"/>
                      <a:ext cx="3316029" cy="2970125"/>
                      <a:chOff x="4156197" y="367845"/>
                      <a:chExt cx="3316029" cy="297012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C76C40FB-34C9-ED44-8A31-06AB82EDF49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532312" y="81863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A46D523-2970-294A-9EAA-289EBBA6859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08511">
                        <a:off x="4899080" y="267321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11DBC59B-7F46-4043-B1B7-8704137EB91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07926">
                        <a:off x="4156197" y="23954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9AFD9C9-98C0-8147-B3C5-F3FC802B61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094028" y="110308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FBD2E2F9-FF8A-1143-AFFF-818E8C57F24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5858499" y="13648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704208C-449B-F041-9D86-1AA8F771ED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91796">
                        <a:off x="6032226" y="269427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8F01CA63-1839-A94F-8D0D-6A30746A57B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148143">
                        <a:off x="5324604" y="7659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E90D7F8-6CFC-1343-820C-4C1D65CA88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58631">
                        <a:off x="5984606" y="7347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59F2C252-921E-6A4B-8A28-EF99E47C2B1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257451" y="18230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B2472D3F-03D9-F047-8CFC-AE944C63377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380803">
                      <a:off x="5604292" y="179185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3FD7F853-62C6-BFC3-9BFC-8F1024945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248507" y="29007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89E3180E-11D5-992D-63A4-37894AB9D3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5987">
                  <a:off x="5980667" y="30461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C7D9A658-E7DC-7DB6-E9D6-237534C92B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51673">
                  <a:off x="5397439" y="36857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91D1737-1E8C-2A6C-9C92-090E2E0F6C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77836" y="41873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81553BE1-9875-9818-E747-5DF5149C60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411686">
                  <a:off x="5058101" y="46726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F015105F-B3D1-42F5-2245-9640FE052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766142" y="34883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0EA5ADE2-55CC-D63F-14E8-CBC143559B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000895">
                  <a:off x="6123041" y="48318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0CE8E842-DB03-EC0C-C19A-E7A4B260D8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1796">
                  <a:off x="4437970" y="34955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5D989412-08D3-D64E-CCB6-ECF6135219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1796">
                  <a:off x="7094137" y="27405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CF2D0A7A-A9BC-F6CF-2E60-2AA7862E7F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829329">
                  <a:off x="5633014" y="19909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2E1EA79-240E-B4E5-248D-6FB78C7446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416706" y="4481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8085EA1E-159E-F68C-89EA-42A749D82C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756165">
                  <a:off x="7288126" y="35705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85CCC3C8-B001-DE68-DF95-3D10AA72BB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697378" y="47747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8EED0D8A-09BA-0022-F693-21A2D7AB0E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601392" y="1748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30BAA9D6-F410-49E5-DDAB-C6A8105ABB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439341" y="3745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23271930-1D09-865F-3455-FB24CDB811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022405" y="20922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65C37CB0-B206-0100-1E0C-4DD2169E55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63713">
                  <a:off x="5716659" y="4846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A77ECF9-185D-987C-AFA1-624FBC8B66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24198" y="24372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44C605FA-2300-2B3C-DE88-FD6CA0A210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37378" y="435500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D1FCE94D-8049-22A2-2F5A-74C338ED1D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071239">
                <a:off x="6126324" y="2050446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0187BF17-1ECE-AF14-3D8C-A36091DBA4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5987">
              <a:off x="5257282" y="3820764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FFE55404-9273-6932-2161-B5A4D55AE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5987">
              <a:off x="5413110" y="2682489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DA8FDCE7-418E-2284-D1FC-C5F68516E0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5987">
              <a:off x="6473598" y="2751180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2ABD1E67-6D87-1651-44FE-0027F9A774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5987">
              <a:off x="6638906" y="4725447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3876810D-6580-4524-55BA-A16C622911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5987">
              <a:off x="6133066" y="3723711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CC86AAE9-F2C7-DBD3-429A-1283E6AD43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429223">
              <a:off x="6104192" y="3285354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13982F75-DC13-E7FE-4B70-263F3E550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099653">
              <a:off x="4184728" y="2952105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4472A27F-12E9-422C-4738-8833F8C5FE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647152">
              <a:off x="6515262" y="1673747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554F135E-8EAA-6B3F-EEE0-FAE84AED65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647152">
              <a:off x="5025850" y="1806897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510C3663-0C25-2A9E-432F-D315821BAB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647152">
              <a:off x="4682690" y="4861809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137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CE36AF9D-18C8-0871-5CF8-B9011575B01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9669BD44-6C6A-9B6C-B819-6B596C9529BA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5EBFA616-62E4-CDA0-2CAA-0C41D135031C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AFAECAA5-F53C-7D49-A6E8-48ECA613C6A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B89AA429-1EC6-7A46-9E85-EE026B86D4D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1BB3CE90-6699-4E4B-874E-090AD132F53D}"/>
                      </a:ext>
                    </a:extLst>
                  </p:cNvPr>
                  <p:cNvGrpSpPr/>
                  <p:nvPr/>
                </p:nvGrpSpPr>
                <p:grpSpPr>
                  <a:xfrm>
                    <a:off x="4849277" y="1836100"/>
                    <a:ext cx="3261445" cy="3185799"/>
                    <a:chOff x="1586241" y="3384637"/>
                    <a:chExt cx="3261445" cy="3185799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5671D3E-9A9F-164E-B6ED-55779C3417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86241" y="3850780"/>
                      <a:ext cx="3261445" cy="2719656"/>
                      <a:chOff x="1337201" y="3552917"/>
                      <a:chExt cx="3261445" cy="271965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39AB881-4E0A-C34F-A21B-7414D9CA0E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33390">
                        <a:off x="3117577" y="47331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F83E509-C1B2-1A42-91D6-54F835B529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337201" y="37052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1A4BA34-7720-2440-ACDA-7EC3AAA71B4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591104">
                        <a:off x="3158646" y="56288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A4EC65F-D071-3B4B-ADE9-14B8CAF9065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085645">
                        <a:off x="1943815" y="45739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5821035-F351-9A42-9443-036D4A097F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188112" y="516862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3DCF03A-23B8-B643-9B5E-07107D2C8BF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03066">
                        <a:off x="2958146" y="40074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A536782E-B56C-174E-8B20-6DD91744D6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721144" y="547524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4905656E-61AE-4343-999E-E4065621995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07405">
                        <a:off x="2687325" y="51154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33BB6EF8-3154-8A47-BA77-F5BB5483B6E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900378" y="395107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F11D4F7A-31D0-AE4A-87C5-3B981AA537D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628186">
                      <a:off x="3531472" y="3781041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E3FB29BC-F412-ED5C-A2EF-014521CB50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953220" y="20635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D6E0671-DE44-2A80-1EDC-8E6D4F2D50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930378" y="29938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E86202B-5499-6099-E95D-25FFD7E4C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800098" y="3988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29D47C1D-50ED-BB26-EBFC-296537EFE3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15966" y="39769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B400F54F-DB48-2092-82A0-7EE219A90F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849277" y="50052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471566B1-83D4-1B33-A725-021793CA44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883713" y="49125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B9E6780C-E260-96E7-0FC4-4891F7C459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448928" y="14975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CA974F88-1B88-1F22-A313-9C48815B28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650327" y="16330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415EC0AE-F414-43B8-3969-7627D7FBC4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67221">
                  <a:off x="4072399" y="23235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E503C10A-63F2-B987-4654-E198B1F25E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9951">
                  <a:off x="7288617" y="21377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140D983-B303-9302-A4D7-3287D3E213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927732">
                  <a:off x="4270442" y="32562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7B73F28-C59D-1F0D-B9D8-83A58D8E60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432041" y="15962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95540769-250D-883A-79E4-A88ECCF3A8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91023">
                  <a:off x="6768461" y="46810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53284B32-68F7-059D-5827-BC1A58CCE3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3066">
                  <a:off x="4323910" y="43372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A0BE182F-2925-B71E-D34B-B78FFB0EAD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3066">
                  <a:off x="5854821" y="28893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21989A66-6607-F7B8-F9F3-8063FB3416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609964">
                  <a:off x="7301844" y="29821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EBD83444-4B6F-1648-F476-CE0AAF672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22513" y="48106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F9DE82F8-FAD0-3B40-86F9-77ED17735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57012" y="43824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B785FD92-9E4F-5F65-C5DE-899F6B70A3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71302" y="288362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018F2CCF-D8C8-9456-9980-26C2E1A7B0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5684550">
                <a:off x="4218245" y="3988772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1F0534F0-B3A9-339C-5425-687FAF903B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291801" y="2506923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8911B110-891F-400C-F073-39734A1E62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856890" y="3877979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1D300F8B-46CB-2FA0-6FC8-68EE112337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4919831" y="4364755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13586C02-77ED-8440-067C-06D5CCDA02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427401" y="2291569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CE8E6DD6-363A-B76A-5EC2-FECC80B238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595641">
              <a:off x="7168927" y="3537607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68F95B2E-DA26-C1E3-5D82-1B7BB96260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595641">
              <a:off x="4830921" y="3534083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276A4B0F-DF70-1B69-8BB5-1FA7F61426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595641">
              <a:off x="4363705" y="2765335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62507213-FAAF-4DCA-5132-10511411A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595641">
              <a:off x="6230387" y="2065727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0F1DF29B-DE2F-C33A-B1FA-9919749802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595641">
              <a:off x="5861530" y="3680591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A8AC5DAE-66FF-140F-33C3-1FA092731C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954051">
              <a:off x="7131066" y="2599773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8442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9C5779F1-2F54-D9F1-149B-4DD3DDAFCF1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53648FD5-63D9-2622-75B2-17CCBD2F5899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0AAD2EC5-44D9-A82E-BCF7-DBD59AD3204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908178EB-77F4-D848-9467-AEF31013E37E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9DB71BD-2FB9-2944-9439-DCB83E42C56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19B06E33-AD0A-0B43-B111-C306E880EEEB}"/>
                      </a:ext>
                    </a:extLst>
                  </p:cNvPr>
                  <p:cNvGrpSpPr/>
                  <p:nvPr/>
                </p:nvGrpSpPr>
                <p:grpSpPr>
                  <a:xfrm>
                    <a:off x="4805606" y="2241798"/>
                    <a:ext cx="3348788" cy="2716404"/>
                    <a:chOff x="6234521" y="3703805"/>
                    <a:chExt cx="3348788" cy="2716404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40B714DC-6704-1D4C-9C57-79002308E5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34521" y="3703805"/>
                      <a:ext cx="3348788" cy="2716404"/>
                      <a:chOff x="5648320" y="3571399"/>
                      <a:chExt cx="3348788" cy="2716404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32F001F6-B542-D143-92B3-A2A58B55E37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48320" y="3692715"/>
                        <a:ext cx="3348788" cy="2595088"/>
                        <a:chOff x="7256463" y="3873565"/>
                        <a:chExt cx="3348788" cy="2595088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54FC597A-BCE6-7F41-9AB5-C11BFD165D2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152087">
                          <a:off x="7592679" y="491522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6BBF4DA4-C851-C64A-8654-B7E9C17C0C8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649591">
                          <a:off x="8546128" y="559758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C9877367-16DD-E441-9E72-74DD4C29E19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414334">
                          <a:off x="7859224" y="582496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FD3F564E-8D03-CF48-A440-4DC2D9434F3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256463" y="444859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A7A7EDC5-AD26-E44B-ABD0-CB482256FB2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8473043" y="4142297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255F708F-6403-1746-B9BD-81A0BBDF131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9165251" y="576139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CB00F76B-99A9-1548-AAA4-A3AD9C86BF3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9198274" y="427171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6CBF19CA-EA28-B441-928D-A2587CDCC4D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999211">
                          <a:off x="7365972" y="532923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83C2B8A-0548-174E-BEBF-F5203C491D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6112642" y="357139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D8295A5E-792E-654B-A207-E14D9A274F2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5400000">
                      <a:off x="7945391" y="4669351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B91DE02E-117E-1558-F72D-E8339B5DE0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742186" y="17853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ECEE63FF-1589-A2FD-B95C-B22DC98281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861822" y="48437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63544A0-31B6-BC0E-5773-99BFBB5A18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443840" y="43995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106085F0-658E-1A11-C2A9-C3E6292F47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67419">
                  <a:off x="4113325" y="25916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D9C346D9-4A95-65F8-F995-E0A9D6B382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069264" y="35431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96305E47-7C9A-CFFA-B6D2-54A258D61F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726658">
                  <a:off x="4346976" y="31499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7058D6DF-4085-12B9-670A-B00C439E75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045788">
                  <a:off x="7024644" y="48612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0EFE708-EDD3-4886-C8CD-8000557405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99211">
                  <a:off x="5997672" y="19929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FE291370-D164-4773-50EC-475CB53C29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79289">
                  <a:off x="7443107" y="29149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DAB4D849-155E-67CF-661A-139C8987CB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598486">
                  <a:off x="5157918" y="47810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40647A2E-B183-2EC1-4800-1B711B8D09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14334">
                  <a:off x="5950352" y="34160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F95CDFCE-00A8-4560-684E-AE031A0B99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14334">
                  <a:off x="5259405" y="28521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BB0A1EF-EE6E-222F-31F9-FF68C1032C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00707">
                  <a:off x="4188626" y="41542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A63A6E33-CAAE-84FA-BD4A-475C50076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14334">
                  <a:off x="6214300" y="21517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EAC07EA9-E54B-8D59-2E70-6BBB2ACAF9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14334">
                  <a:off x="4958579" y="18836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85C75717-22BB-C95E-3A85-E323865FB1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14334">
                  <a:off x="6489990" y="37907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35DD5907-A2DE-EA74-696F-674C327130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866786">
                  <a:off x="4429347" y="22941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4FEF45C5-C038-ADA7-F877-0D8E945A00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09050">
                  <a:off x="7234671" y="24206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DB66AF3A-6517-ACBE-B2A0-549F0C3E85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221051" y="14868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39E6D39F-AD66-D309-1845-84E83FD7EF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3615941">
                <a:off x="5223709" y="4073688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17E40A57-275A-83A6-D357-BFD4B248EE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79289">
              <a:off x="5319369" y="3729115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4C9B0862-8BB0-1DE9-03E3-3581A254D9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79289">
              <a:off x="6232874" y="4303872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D1A80E3D-CB0F-339E-DEF9-08F19A0C59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79289">
              <a:off x="5776285" y="3612562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470547EF-3EEA-6F79-E40D-544BC5EE4F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79289">
              <a:off x="5854141" y="2433358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F74DBF84-5BF8-9E99-E281-AC3A500F13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564650">
              <a:off x="7431141" y="4347527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B028F020-74B8-FF95-C799-6439024CBC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564650">
              <a:off x="4810878" y="3294232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0CAD1F5A-DD37-0BB6-D3DD-5BDEF63852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995483">
              <a:off x="5482184" y="4635438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ECBC2C92-DB1D-27FD-1999-2DFCADBB2E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995483">
              <a:off x="6869802" y="3328883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7649A392-E5EA-1F83-6A0E-113B080275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995483">
              <a:off x="5643682" y="2861501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C6B5DA40-BB86-A93B-C1B9-444A095AB2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995483">
              <a:off x="4896952" y="2365542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77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71303630-6B4A-6D7C-5A34-F70824B75AE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381CAE28-E3A6-3849-93F3-2D0798CEF27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1E216035-09BB-3F20-8C1A-FF9EFACF40C3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05AE8B59-5C93-A242-9B72-5DEF8DA1B2F7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F64A3A3-7CB6-7E43-8301-B35FFB522A39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05846CE2-5864-7D4C-B98D-9987F33EC80E}"/>
                      </a:ext>
                    </a:extLst>
                  </p:cNvPr>
                  <p:cNvGrpSpPr/>
                  <p:nvPr/>
                </p:nvGrpSpPr>
                <p:grpSpPr>
                  <a:xfrm>
                    <a:off x="4771088" y="1759107"/>
                    <a:ext cx="3417824" cy="3339785"/>
                    <a:chOff x="340570" y="-15239"/>
                    <a:chExt cx="3417824" cy="333978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46F7223-DFCD-CB46-9E5E-3C04A2860B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0570" y="-15239"/>
                      <a:ext cx="3417824" cy="3339785"/>
                      <a:chOff x="-58647" y="-314863"/>
                      <a:chExt cx="3417824" cy="333978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98FA70F-8791-9841-8B87-15D4C38C357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406993">
                        <a:off x="39770" y="16930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BE603985-4424-B147-A2EB-C5C8EC858DC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36594">
                        <a:off x="1919177" y="6215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2091BA00-D5E7-C042-8723-F543CDD142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481716">
                        <a:off x="445283" y="23812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6F845F57-B718-0041-99AE-F4F2CF28022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51301">
                        <a:off x="210994" y="136821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255F324F-908B-F948-8117-CB041804465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03722">
                        <a:off x="1276994" y="6266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98A05D2-466C-B246-BAA3-5BBA013B3FB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699269" y="212068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D72503F-E4FA-4641-AE90-D2E45E0E7E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-58647" y="64396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C0234F68-7639-FF47-8D01-316069A6ACE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43556">
                        <a:off x="1955268" y="12290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1148A90-26A1-AC4D-8EC7-4E616E1B07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605179" flipV="1">
                        <a:off x="461792" y="832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71B4BEF8-6E0B-D74E-8017-BE7AD0800BD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1886483" y="217075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C09A7FE-7D65-09A5-D260-A32A4FD028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05179" flipV="1">
                  <a:off x="6082851" y="4519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D71C95E9-9020-7EBC-0696-99F566E895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15806" flipV="1">
                  <a:off x="4269194" y="46309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8B30CDEE-7BF9-9486-0B21-059CE7A62B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19566" flipV="1">
                  <a:off x="4581979" y="19310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F55EBDBE-2D52-651C-2108-DE44D24DC0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05179" flipV="1">
                  <a:off x="7118433" y="20379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358BA44-1AF3-A853-28FC-EA6D949F07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35667" flipV="1">
                  <a:off x="7172845" y="37081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AD001F45-0027-7219-D63A-415EAE23FE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95018" y="16261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1249622D-ED12-C8E2-1988-E73CDD9BD5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89623" y="33360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5D82DD67-5EB2-9547-DC02-E319FA3A5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816157" y="47579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2A895703-ACCC-ACF0-EBCB-BEC637D87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068663" y="48324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D550116B-2DCE-4989-FE31-7919B8022F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5713790" y="29017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44742E65-B0F3-07BB-4B39-3A7D21DF97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60633">
                  <a:off x="4603289" y="26183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00247020-A022-9A86-229A-1ADE27C85F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6450268" y="21416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5D162B9D-4551-05F6-27CB-337FAF703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6032485" y="40398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7C768163-54E2-2E1A-5FEA-E36EEEBB34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4514489" y="41642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F599B41C-F94C-7EE8-52EC-02B2E9BD23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1716">
                  <a:off x="5710562" y="38302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2BD690DF-3F0E-65FA-0E36-8EEE59A681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560027">
                  <a:off x="7107233" y="44916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05251BF-CE32-A87E-7AB6-567F53575A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1716">
                  <a:off x="5312568" y="20005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214E169-547F-DE5E-378F-E8CCE4B24E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1716">
                  <a:off x="6178478" y="34983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F6167C70-C27D-3B0F-870F-8C01008F53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999806">
                  <a:off x="6748911" y="164166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1B890970-CB70-4DFF-A6BA-A0FBEE9E40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3117985">
                <a:off x="7052205" y="326656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9193E255-CC89-0A2E-1B75-766C302FFD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51301">
              <a:off x="6243809" y="2951733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81F9EF82-A180-513F-6BBA-D10E4AB590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51301">
              <a:off x="4696430" y="4403717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5F0C2440-BCAB-B19D-0885-850C659913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51301">
              <a:off x="5611039" y="2232521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41A31AD3-BCE5-E9A0-7CE3-D428CED3B7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580334">
              <a:off x="7226171" y="2748404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21881E21-536C-1AFC-0BD0-61721A7199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580334">
              <a:off x="6648792" y="3970765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5A50D81E-E4A3-F939-133D-C21E717BC4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50012">
              <a:off x="5531376" y="4707721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2172FA9A-1892-656A-87D1-A9E8C0371E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50012">
              <a:off x="4730888" y="3186898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16B11BE6-CF57-D075-3458-FBEBBC32F0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50012">
              <a:off x="5108865" y="3788802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07361DCA-F377-E64A-C8E2-FBF9707BA4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50012">
              <a:off x="6630801" y="1844448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65F7A072-DB92-A146-5BF5-D3994AF103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794887">
              <a:off x="4204226" y="2244053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934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25E05B99-7006-027D-01CC-32D2CBB486F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7D138969-7D8C-5A92-168B-EFC18746D85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A4DD814D-0E1A-A95D-213A-04782E30863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35C3FCCC-8259-8949-8C7B-1D35F28A7D6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1B04024E-9A60-C54E-84DC-158896A0DCF6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1DB5EC91-97A2-9348-8F4B-652658BDEE42}"/>
                      </a:ext>
                    </a:extLst>
                  </p:cNvPr>
                  <p:cNvGrpSpPr/>
                  <p:nvPr/>
                </p:nvGrpSpPr>
                <p:grpSpPr>
                  <a:xfrm>
                    <a:off x="4745922" y="1797687"/>
                    <a:ext cx="3098558" cy="3604625"/>
                    <a:chOff x="4556140" y="81739"/>
                    <a:chExt cx="3098558" cy="360462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7C0951FB-2C49-6A45-AEEA-77B2E00D94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56140" y="81739"/>
                      <a:ext cx="3056645" cy="3604625"/>
                      <a:chOff x="4056947" y="136358"/>
                      <a:chExt cx="3056645" cy="360462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5F869B85-33CF-CC4F-A68D-961A1D88378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4056947" y="61224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C04B6E4-3703-6144-987C-67DCB323196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913306" y="26991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FE0FE8D-6E99-9D4C-9C07-F2BFE935B7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763300">
                        <a:off x="4638768" y="256394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7D0344DD-CFF1-004A-9E9F-7DEDBCBAAD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742946" y="110206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A1DD9EAA-84A5-1245-8234-F0BB9D5022D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97738">
                        <a:off x="4112475" y="24240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E2E41E99-BEBC-9346-9A03-4352E5E195F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157677">
                        <a:off x="6011972" y="181846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493FAF61-C11D-2F4A-BA08-3149648E19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358001">
                        <a:off x="5763714" y="5345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52CA373-8CDE-E249-B4F6-AB623C5036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678671">
                        <a:off x="4241112" y="17243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B2BF512-417F-9645-9CA8-8B6B78739D1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905081">
                        <a:off x="5673592" y="21706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331EAC47-10D2-FB41-B643-98A4226B896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198261">
                      <a:off x="6214698" y="1266729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89641C9A-E04D-88E3-4420-FF210F36CA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8671">
                  <a:off x="7068007" y="26448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480011C1-05C4-633F-EEF7-EC335848E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89150">
                  <a:off x="5811297" y="47052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3141AAF0-5A00-32DF-3124-D7AF4EC6AC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974315">
                  <a:off x="4244942" y="30624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EDA88B21-10F3-C070-1712-8C2219386B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59522">
                  <a:off x="4628245" y="46682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0BF9BC0D-F550-B32F-395A-5A1EF9E30F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7805">
                  <a:off x="5451985" y="17681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CEB71CEB-033E-5665-C4D7-B07161030C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58001">
                  <a:off x="4397157" y="35983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29CD8895-944D-276C-F95F-294F3BEBFD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22065" y="39325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70F59DF0-8BAB-3019-51C1-9A9B3211D6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58001">
                  <a:off x="5718576" y="37676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876FBB92-AB00-3498-A499-B740279FB8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58001">
                  <a:off x="4545303" y="19498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F12DB9FA-AFDC-27AC-4616-1197A59321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13226" y="48106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4F493EB-30C7-8DC5-529F-9201312587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5081">
                  <a:off x="5813379" y="30229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E3741B49-23B6-F95B-6E7E-BCC58FE132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5081">
                  <a:off x="6924128" y="18337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355070CF-FD8D-8115-7DF5-E9CCA52568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36158">
                  <a:off x="4395180" y="45408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AF0785DB-DA6A-2D82-D4D2-1F7BAA46B5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52266" y="33884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DBBFC9A3-BC75-9619-AEC2-23C6D43330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161612">
                  <a:off x="7261930" y="4563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90414B43-0E79-7336-B1DC-9222DD3600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70732" y="21976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AFFBA83C-C626-F71A-89FA-44CB1CDCB6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905865" y="28096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A8D51F10-C099-4F80-1561-8DAD3405E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70912" y="18443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42E727E3-8E97-4CF5-9EFD-1E5199EE18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56210">
                  <a:off x="5849278" y="175896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53C761A5-5FFE-DC86-63F1-029132639E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6015506">
                <a:off x="4298489" y="2604214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3D4FF164-3DDA-CDCB-25AB-0A5C62C78D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78671">
              <a:off x="5984752" y="3400985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A38F35D3-3BB5-0C86-7C38-F3EC988383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78671">
              <a:off x="6598128" y="4139043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F8761CEB-7688-BB10-A357-249719F700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78671">
              <a:off x="5109706" y="3955368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E59713F8-C8E2-3A4D-921F-F4315BAF60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78671">
              <a:off x="5937931" y="4362907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E4592E56-432A-F4F0-457B-BE90A7A078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78671">
              <a:off x="6586719" y="2290516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B2ADBB46-6E64-56B2-28A8-5E06533CB6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678671">
              <a:off x="4603856" y="3575334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30A20DAB-46A9-1043-06EE-2191A9B415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490424" y="4898015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C3AEC890-F748-715C-5242-F7B03EC71B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749418" y="2881669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7DB33009-EE70-F712-75A8-1D03003662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367772" y="3347109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8DA3DAFE-F5F2-8149-BAA4-B07DA3FDDE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008734" y="2550690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163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6A169095-064C-26C2-172A-8370A15FA3D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A0787086-7FD9-B827-2F12-D4E9B9004945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40AD9810-2421-1FBE-109F-9AD19C4E04F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11B7EF9B-BC78-4544-B408-981E31A2DB8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457363D-F9A8-A54E-ACEB-59996D3DCD33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BA878E4-2498-DA43-9083-946A754A3133}"/>
                      </a:ext>
                    </a:extLst>
                  </p:cNvPr>
                  <p:cNvGrpSpPr/>
                  <p:nvPr/>
                </p:nvGrpSpPr>
                <p:grpSpPr>
                  <a:xfrm>
                    <a:off x="4736824" y="2091902"/>
                    <a:ext cx="3125661" cy="3016195"/>
                    <a:chOff x="9107652" y="491962"/>
                    <a:chExt cx="3125661" cy="301619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1F33ABC7-FD6E-D644-8FE4-B594196947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07652" y="491962"/>
                      <a:ext cx="3125661" cy="3016195"/>
                      <a:chOff x="7513254" y="1119867"/>
                      <a:chExt cx="3125661" cy="301619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46D42E77-D174-824D-ABB2-2AF2C095B2C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52380">
                        <a:off x="8980421" y="151265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99FD6BB2-3BF6-3440-8419-C3B018F00D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799627">
                        <a:off x="8006066" y="21561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CA5AF50-AE68-A342-9AE4-B3921227B0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91941">
                        <a:off x="7513254" y="126396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EE4B0B05-221A-664A-B24C-21C3E79AD9A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98263">
                        <a:off x="8309640" y="15180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F5561C0-4A95-B245-BDB2-404520632AD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016064">
                        <a:off x="7681152" y="198137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1CD808F5-0341-3A49-A744-A4528D5C995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799002" y="29494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6FD486E4-011C-8346-99BC-123EB1017FC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268965" y="26405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184BA8AA-F513-C746-9E2E-C16C788547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15501">
                        <a:off x="9597069" y="212860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EE5E563-6005-4E4B-A7C5-F3661E450FF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835101" y="309421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97DF07E8-5C25-4F48-9006-BA0851EEB65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0800000">
                      <a:off x="10788377" y="2561370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BE8BCFB1-A486-8FC7-C017-BEF0A12476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485147">
                  <a:off x="5610823" y="48156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6F849009-557D-DFB2-5CFA-3AA13D8E27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16064">
                  <a:off x="7025994" y="22624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34119DE2-B09A-B0AB-50F4-4A0BA22C39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73745">
                  <a:off x="4265880" y="41428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6A0B4129-E1FE-C34C-E7A2-96D266D188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2846">
                  <a:off x="5610824" y="18594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9BBD7E2E-CDF9-8682-6737-CC0B28564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48954">
                  <a:off x="7051549" y="44750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531E1519-FE19-C301-8C1B-5F47DACEE9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74281" y="33834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371C9DC8-064C-F06F-B445-AB6887CC08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92906" y="49113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335B68E5-87C5-D1AB-6970-15BFD24271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81188" y="17621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9CF398BE-81C1-910D-7BF2-E5DF286980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814382" y="16071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F46C457E-7346-AD25-40FA-C6C1B32DAA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14580" y="23612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932C0D73-69CA-BDBF-DB23-758F0F2300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253561" y="34880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B3352E65-A274-05A0-684B-EDEE9E8AF0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179540" y="24581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D8C929F-6DE4-D376-1DBF-03D4D76DE0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95571" y="37517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96E179C2-1C28-B9CC-C27A-60FD9077BF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388694" y="25581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B31CE009-603A-4D90-2D9D-36E90E08AB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60830" y="44247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85AFE60E-F6A4-7421-D579-624C981D7E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887363" y="29356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08A4351D-0C7F-43CD-4B47-629562D930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390820" y="2354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5D540CF-8C12-863E-7422-F42F083C24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323087" y="20900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8151B915-639C-3EF9-AE67-B0E903C55C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67058" y="493213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701C611E-CEDA-7E2C-8200-92C8394C7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9922516">
                <a:off x="5057201" y="1777234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92373BC8-CCC0-172C-D9E8-9CC20E7950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15501">
              <a:off x="4833273" y="3788619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A0DD9E49-2911-A6A4-6535-9A9B7F8245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15501">
              <a:off x="6352823" y="3963209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7B76B2C6-A60C-5A69-E470-34C676611C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815501">
              <a:off x="5650771" y="2124537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4B4ACD8C-8B52-3588-616A-4DD1B37E42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55444">
              <a:off x="5066312" y="4723726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D1D9C4C4-D071-62EB-2585-913CAC3DE7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55444">
              <a:off x="6211025" y="3523748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2AD96CB9-F02D-A6F0-3CD3-627EE6D1EE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55444">
              <a:off x="4568992" y="2920386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B1B3D012-A2FD-0BD8-1B80-CC1BE5835C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55444">
              <a:off x="6996621" y="4124959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217E30C7-CA3F-D536-C93C-F0B4A2340F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791516">
              <a:off x="6155334" y="4594333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612921F2-FFB2-CB41-01D7-6B4B8FEDA5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791516">
              <a:off x="6851469" y="2546486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48C11D1E-1355-1D19-083C-EB8B1BEFDA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791516">
              <a:off x="4936226" y="3211342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9302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75C56417-E832-893F-F489-C0C9D505487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90C4186F-132E-EB7F-54BE-940B5DC8797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DD8B1A71-8515-F96E-CBC6-17A8D3BD634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FA7901CF-CFEA-A64B-B816-C1CA5678EC3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1904D01-3F21-F048-9201-E52E8322DE0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AF99ECE5-9B79-7B4E-BD1D-E902FA139CD7}"/>
                      </a:ext>
                    </a:extLst>
                  </p:cNvPr>
                  <p:cNvGrpSpPr/>
                  <p:nvPr/>
                </p:nvGrpSpPr>
                <p:grpSpPr>
                  <a:xfrm>
                    <a:off x="4963701" y="1999341"/>
                    <a:ext cx="3032598" cy="3201318"/>
                    <a:chOff x="2100212" y="3656682"/>
                    <a:chExt cx="3032598" cy="3201318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FD39B05-97BF-A14D-A472-81C43642EC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00212" y="3656682"/>
                      <a:ext cx="3032598" cy="3201318"/>
                      <a:chOff x="1548302" y="3422183"/>
                      <a:chExt cx="3032598" cy="3201318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DBD4247B-2335-F340-A229-28870D8CF47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94706">
                        <a:off x="1548302" y="466381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2070AFAF-D90E-6E41-9E15-D74CD59FC3B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471057">
                        <a:off x="1363476" y="38203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876E1986-C436-944C-B8FB-8A743E1AB6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154783" y="546406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A7910FDA-265D-0D4E-88C3-51EFBBE07B8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99820">
                        <a:off x="3539054" y="44937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5F5E99E0-97B4-A84A-B86D-BB1D7E0458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318868">
                        <a:off x="1935697" y="37294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99B1A9C-6981-8D45-8048-A23BFDF76F9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295836" y="55558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F16D25C2-989C-0E48-8AC7-F1B961EC8FA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74097">
                        <a:off x="3201155" y="55816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44D5EE59-D669-0847-B6FF-C196CE9185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17136">
                        <a:off x="3035674" y="39357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4A8D93C-9D6B-D349-87B7-9DF89D5AE12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780524" y="358787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4FBD3742-1B79-1045-BD4C-B7248A8460E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8535769">
                      <a:off x="3431620" y="501306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CD6FA178-EC2E-AFCD-2CD5-481B3A812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53532">
                  <a:off x="7093358" y="22945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D540DB00-7082-1A8D-A047-C77AACCB7D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4706">
                  <a:off x="5153268" y="19731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9511119-DEE5-1160-3F33-06A8F08DC6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05882">
                  <a:off x="6865481" y="47293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B8ACAF13-8E25-7ADF-FBCE-587E2D585A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40072">
                  <a:off x="4745022" y="48425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3878F75C-AC4A-BE7D-021C-E6C8E57583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95829">
                  <a:off x="4307738" y="29472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8E1EB107-03AC-BED8-1AE1-3D515A69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9913">
                  <a:off x="6292317" y="17353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E39E7E51-6F94-5BED-3B7F-5C1D2E3C3A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71057">
                  <a:off x="5904290" y="46312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61C220CC-D04C-4B21-2733-BD91605556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55233">
                  <a:off x="7167161" y="37109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EE37BBEA-BB5B-FE85-0ED3-50D851E217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33837">
                  <a:off x="4423372" y="34542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DB039C9C-3639-D565-0845-EB3F8C6FCA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71057">
                  <a:off x="6048877" y="27149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75B2D26F-B317-C8F1-2E08-2651335EC6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157485" y="36281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18163D42-E4E0-7401-F823-EC11F43F87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734861">
                  <a:off x="7162465" y="25825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7D9D84B1-6C40-2A33-8FC8-684F79367F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38162" y="19351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82E05DF1-7A7F-410C-7DF7-98228C1FAD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362393" y="49912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E54624FA-E41C-91D7-3DFD-793C659EF6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881328" y="19192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544A782-E563-86B2-CCBE-92695515E4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42465" y="50492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959FB85D-7C38-CE16-3EAD-070E718F96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05441" y="4488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414AB079-51ED-165B-5A83-B0EB7641A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623471" y="20064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D75379C0-B852-DF37-9F2E-C077D7D03D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72508" y="42688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854323C2-4011-2825-25C0-060BB54D7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0800000">
                <a:off x="5474807" y="3100799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BA85A07E-4331-2553-950A-A92D6BAB00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028521" y="3790690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0ADBE399-3DF5-14AA-6C99-17C8C57E64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885889">
              <a:off x="5287042" y="4451286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03E69C34-3E00-7C91-220B-4C4A680C2E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885889">
              <a:off x="6567325" y="2318818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A12058FB-5CB6-0CB1-1CFA-FB996AE23F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885889">
              <a:off x="5380722" y="2912961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D0799539-FD77-6F91-28DE-E237296A84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772764">
              <a:off x="4340272" y="3971147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C467219A-56CE-EC5F-DC14-AAA5962845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71597">
              <a:off x="7332157" y="3178646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8666B2FC-3573-E2AA-9C7E-B5BE3E414E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71597">
              <a:off x="6240161" y="4498673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AC1CD831-71C2-34F5-F19F-95AF443D47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71597">
              <a:off x="5003430" y="2065168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769F4FB3-DFF3-3A1D-D419-749ADC9AC7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71597">
              <a:off x="6393674" y="2835255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9094CA40-398C-4086-A9E6-B1307FA551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71597">
              <a:off x="7261250" y="4264567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9312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39703413-1709-1B5D-DFDF-89DFAB323C1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043403DF-C50E-EEDB-6E3B-253B6622B3F2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DE48083A-3E12-C763-F38A-D1B7945F27F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D978F60D-E7C5-F74A-BCB4-559B72A2D82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196ACDBF-0E08-DD46-9162-FCEF479A3A2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149A5FA2-B55E-8343-AF9F-B734B32A1ABC}"/>
                      </a:ext>
                    </a:extLst>
                  </p:cNvPr>
                  <p:cNvGrpSpPr/>
                  <p:nvPr/>
                </p:nvGrpSpPr>
                <p:grpSpPr>
                  <a:xfrm>
                    <a:off x="4620228" y="1970265"/>
                    <a:ext cx="3457949" cy="3259469"/>
                    <a:chOff x="5626068" y="3569390"/>
                    <a:chExt cx="3457949" cy="3259469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11CC843-542B-E24A-A694-BB117E627C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26068" y="3569390"/>
                      <a:ext cx="3457949" cy="3259469"/>
                      <a:chOff x="7104595" y="3590121"/>
                      <a:chExt cx="3457949" cy="325946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5ED84145-E6E4-F540-A710-0562868D2A4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904991" y="528644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D036462-C32A-5A4C-B030-634419C190F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024221">
                        <a:off x="9095129" y="460121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3978DC32-4C09-1840-BDB8-815B753FFE0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904978" y="56855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70CB581-2ED0-BE45-A69D-E7025595A3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081382" y="580774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6DD22EB-2DE5-3F4C-8B78-67EDDD701C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594342">
                        <a:off x="7104595" y="419240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FEEE70A8-5160-1845-A8FF-DEE31C370D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07720">
                        <a:off x="8072937" y="39882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309AA69E-93A9-AC42-B2AB-95E6DCE2CA5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7506822" y="497313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2271BB13-5D82-7748-878C-6F87F4306C1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299106">
                        <a:off x="9122544" y="397897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0C6BD671-1D2D-D441-8DE6-959F2FDC58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248466" y="55600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AB747253-5DD8-A74E-91AD-4B91CDD40A9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220391">
                      <a:off x="7272332" y="387106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015E4A3C-3428-F5D0-6375-5B203A32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844870" y="29699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15D4E1F1-BBF5-5DA1-523D-BEE1064186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846544" y="39984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C2A6EDA-2F0F-9FDF-8E55-9E9367748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889363" y="18720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B3BB97A9-8A05-DD4B-78F8-DCDC3978F6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024759" y="31897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3E21B768-D780-B0CB-E966-8BEE8714A7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503340" y="46309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6990BA7F-378F-6763-ABF1-9B3A6FE774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892135" y="49532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8B3970D1-4C1E-20B8-F45F-35D882AA66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98862" y="18548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12E1CB52-2734-10D3-DFA0-BC802F23B6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382632" y="30314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3C8A2B7C-4EE5-802D-A892-2A19876E13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715371">
                  <a:off x="7116890" y="37448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2E5ABDE0-C31C-8780-4936-DFACF3AEE3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632795" y="50562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402E985A-92EF-5577-50E5-C6024A1C09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452503" y="20021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EB71AC05-0B36-E0D2-9309-FA5CA85269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17804" y="21082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3819289F-8D9F-0ECD-9B35-25CF87D85E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132847">
                  <a:off x="4267129" y="39326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898C999B-4A04-6971-B478-60CCBFC7D8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252813" y="43180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419246A7-79E8-06CC-20C4-BD27F1061A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482283">
                  <a:off x="5524697" y="16383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14B8D2C9-7C32-866F-D0FE-FEEA23CD43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00693" y="24861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44B51782-DFD7-2C67-DC00-D3D1071A6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24221">
                  <a:off x="4690338" y="33694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25A8AA06-3227-EEC8-F1A6-A9ABD2164B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24221">
                  <a:off x="6364451" y="44786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BF7B616C-7B09-7F3F-5AAE-8B25F10EA2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24221">
                  <a:off x="5331513" y="46213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7E797525-5322-A262-C7CD-4C9280D974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17918">
                  <a:off x="6881386" y="170457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B090E9D0-4674-3569-AA1D-229D692113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6804426">
                <a:off x="5185191" y="2888590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E37F27AE-19AF-1805-EB0E-29FDCF2859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24221">
              <a:off x="5508224" y="3763883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9C608943-C62E-76FF-0C3C-06FD009372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24221">
              <a:off x="5955242" y="4613075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FC334D35-E8EC-CC85-9D49-906FAD0AFB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24221">
              <a:off x="5227875" y="2326110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51FB494E-DFA5-2B4F-987C-FC95FDE3A0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146854">
              <a:off x="7306925" y="3795675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3F59628C-7AF8-31EC-5BD2-B611458668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146854">
              <a:off x="4813295" y="4278263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C6E45F41-85B3-1A2A-C84A-9C7C8C9E8F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146854">
              <a:off x="6961514" y="2176710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4556926A-A768-9893-5FB1-E13E4D4C52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146854">
              <a:off x="5679865" y="2440607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B0D535B0-FF4B-5835-6C1F-87DFB2E8C0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146854">
              <a:off x="6527212" y="4550189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A1E44B6F-90BF-D22E-12C5-B4C6130585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275215">
              <a:off x="6777850" y="3480904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3ACF0318-4EB7-EC6D-3A0F-E9FB6AACA6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275215">
              <a:off x="5764126" y="3738389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9110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群組 46">
            <a:extLst>
              <a:ext uri="{FF2B5EF4-FFF2-40B4-BE49-F238E27FC236}">
                <a16:creationId xmlns:a16="http://schemas.microsoft.com/office/drawing/2014/main" id="{42922A4A-ED34-7184-148B-DDCCEAFC367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BF23EBBE-9577-9EB5-B469-FA310FE75959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F9B7541A-94BA-4042-5EB3-73069CA2467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E13A0199-336E-D341-94A0-D9604D6BE68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0E99A0FF-7392-8745-AA28-5C8B77915F57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8E02716B-2C0C-5B46-B61E-5350547AF6EA}"/>
                      </a:ext>
                    </a:extLst>
                  </p:cNvPr>
                  <p:cNvGrpSpPr/>
                  <p:nvPr/>
                </p:nvGrpSpPr>
                <p:grpSpPr>
                  <a:xfrm>
                    <a:off x="5122220" y="1973238"/>
                    <a:ext cx="2715559" cy="3253524"/>
                    <a:chOff x="422390" y="173194"/>
                    <a:chExt cx="2715559" cy="3253524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4A4B913-23D7-5346-AE60-505C1EB55C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2390" y="173194"/>
                      <a:ext cx="2675324" cy="3253524"/>
                      <a:chOff x="188357" y="104660"/>
                      <a:chExt cx="2675324" cy="3253524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A566C1B9-5105-284A-9F23-5AD71001E5F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-191283" y="19079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64694AA-7314-2A4F-BC43-8A57850EA7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91335">
                        <a:off x="1702570" y="216566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E195D7C-1DE1-F84B-8DD4-058745451AA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88357" y="4231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5A0AE95A-D23A-8A48-9879-3E08F18F01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51301">
                        <a:off x="1821835" y="5028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D6A86BD-C68E-0B4B-B721-E993F278421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01744" y="231633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21B4028-8CC2-094A-B019-28F3872FCF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12174" y="11469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FBAB443-2042-EB4E-8BEA-161B0B3AAF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26841">
                        <a:off x="654102" y="1976870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5D4549D-3AE6-0C45-9123-872D81240A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72777">
                        <a:off x="1610648" y="113680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D9353FA7-7D40-294B-8444-D60DC645AF8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52791" flipV="1">
                        <a:off x="1192913" y="67673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08D95361-DF7D-3C49-ABD0-DC52F70B135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7739999">
                      <a:off x="2094354" y="1780955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241A4452-87A3-8A3B-A224-5ECB36259B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333166" y="44657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55F52997-B818-0BDE-0040-4A806EF8B6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78036" y="32222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28ECC46C-4C55-0D85-3C64-79938458EB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990496" y="28195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A5B7AB08-1D11-3677-1F0B-D33FE9DC03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37381" y="46170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B72DC507-2908-933E-45EC-D311CE9722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020928">
                  <a:off x="6310895" y="15598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2C6E1903-1796-FF35-9609-9197D39EA1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81986">
                  <a:off x="4566814" y="458694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EEB2941-F51C-1ED8-C4E4-3471C30764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4102">
                  <a:off x="7068114" y="206778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D138A5E7-C4C6-30EB-5000-D3BEAEEF27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4445348" y="199701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5C70989-87AE-AE8D-883C-52541F2938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5524450" y="299562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7FD27519-12EC-4515-684F-36795DE867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7109491" y="410582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0F61C48A-6BEA-0DD0-A76A-9B0C42BC2D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1335">
                  <a:off x="4453134" y="38068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CA0001E3-D15E-BD94-6B6D-87C172170F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094761">
                  <a:off x="5445571" y="18026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AA636463-36D6-F859-5C39-8FFDE52A48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410936">
                  <a:off x="7451849" y="24540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22343DC1-A5C2-25FD-F70E-EFDCE45CB3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1335">
                  <a:off x="4628431" y="27061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0DC44575-C28A-223E-04AF-722575EC98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1335">
                  <a:off x="6380996" y="30291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1923C07E-3349-8C9F-216B-414F2D8BAF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913850">
                  <a:off x="4107931" y="238377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0F9E0A80-D340-1E35-2B47-0DA82284B8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6202667" y="378950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745BD723-02CE-428A-F9BA-807A96F8E5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5911848" y="4293069"/>
                  <a:ext cx="1454361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5B7D8EF0-2910-66B8-60FF-EA39E7BE917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3117985">
                <a:off x="5825113" y="209966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9D9B323B-BBF6-C665-D250-FD5B739966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126841">
              <a:off x="4527536" y="3452019"/>
              <a:ext cx="1454361" cy="643693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BA5096FC-BB76-CD1B-ACBB-F9C4118E82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945309">
              <a:off x="5245281" y="4845212"/>
              <a:ext cx="1454361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1A3700E4-FE19-1CE2-5552-4EFF193D9E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148813">
              <a:off x="7141407" y="2907167"/>
              <a:ext cx="1454361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2162819C-60CE-AE21-0894-11DBD0EB3F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148813">
              <a:off x="5328490" y="3467760"/>
              <a:ext cx="1454361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239D46F4-A8F6-794A-1C43-2A8BDB9EE1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591480">
              <a:off x="6709374" y="4653789"/>
              <a:ext cx="1454361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9FE181EE-21B9-0B23-3C7C-513549B22D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591480">
              <a:off x="6675831" y="2149159"/>
              <a:ext cx="1454361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11EC4D26-E4E2-86E4-2AC1-F287F31213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591480">
              <a:off x="4973968" y="2344797"/>
              <a:ext cx="1454361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F4C14715-F54C-5169-0398-1D9AE117B2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2228">
              <a:off x="4661812" y="4896361"/>
              <a:ext cx="1454361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1225DD17-205C-E73E-DF26-D8464CF56B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2228">
              <a:off x="5728486" y="2530373"/>
              <a:ext cx="1454361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F1070D57-7675-CBF7-12E8-457717A4F9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208079">
              <a:off x="4017196" y="3502863"/>
              <a:ext cx="1454361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053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30475BCC-6A20-75AE-08E7-4CAEBA73A0D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E60BCBE2-A13E-3ACC-78E7-5693F35562FE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CC9B5EEF-45D9-7B5B-F8AE-4F66A4BC0A69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D6A239CE-9CA7-6D4A-AD66-D8708A6FCC69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E4DD9AF-F69B-524D-B5D5-9B70F757904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C1417270-59DA-B54B-BCAE-D08245168474}"/>
                      </a:ext>
                    </a:extLst>
                  </p:cNvPr>
                  <p:cNvGrpSpPr/>
                  <p:nvPr/>
                </p:nvGrpSpPr>
                <p:grpSpPr>
                  <a:xfrm>
                    <a:off x="4879692" y="1968338"/>
                    <a:ext cx="3200616" cy="3263324"/>
                    <a:chOff x="4145010" y="379941"/>
                    <a:chExt cx="3200616" cy="3263324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F816C795-69FD-C945-BEB7-60D5C54863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45010" y="379941"/>
                      <a:ext cx="3200616" cy="3263324"/>
                      <a:chOff x="4241228" y="399975"/>
                      <a:chExt cx="3200616" cy="3263324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3FD187C7-F346-3645-8AF8-E19F90108A4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63613">
                        <a:off x="4172923" y="156272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0565C4C-C202-664A-B570-C8D4F2B7881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955378" y="26214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3AB92C9C-3502-6A46-9F17-E88408223E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5475406" y="224631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1774A21-98D8-C143-9531-415477E319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106096">
                        <a:off x="5061706" y="85866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3FC5A5D-3065-EA4E-9950-23C5CEF5A2C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04353">
                        <a:off x="5933972" y="79812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F97BFFA-A872-4442-8909-F4C7F848DFC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554180">
                        <a:off x="6001844" y="26577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8D4D2E2A-2D2D-F74F-8F89-0F19836CE20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58769" y="24005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5C0957C-AFE6-644B-BF6D-D65B7B7E4BE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241228" y="6990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55F3BC3-8A20-5541-88BE-7AA69CE2AB8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928018" y="186188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EBAFD74D-1D7A-EE4D-888D-4219944FD35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8671706">
                      <a:off x="5567576" y="109228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9498A9EB-4E60-2A3E-7413-05CD61437C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93651">
                  <a:off x="7276092" y="34386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4F981586-EE04-D1C9-1D2D-81C2353563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4613660" y="45259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B7E8BFF-D308-8CBE-3B60-A1413F9863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010423">
                  <a:off x="6123820" y="47220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DF0A43DA-415F-16D3-6889-6C8D572F6F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026433">
                  <a:off x="4374723" y="29757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CE1A437F-F71B-8C58-5A00-F2452D61CF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646443" y="17167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705E5D82-B470-4A0E-B65A-82A40813F1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06096">
                  <a:off x="5803761" y="36399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A72C6D44-D01B-D056-9C65-8A2566B5F3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87818">
                  <a:off x="7203278" y="19855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794E9F41-682C-5614-8B0B-0CFFB2D6BD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0573">
                  <a:off x="7431242" y="45921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6813D1F-CD37-8660-A3F7-D1AF1C8061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47246">
                  <a:off x="4457158" y="16232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83BDC42-E38A-D5C7-3CE6-6A1FEE72EB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498605">
                  <a:off x="4298334" y="36586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6ECCB84E-283F-0610-C8C2-944D7BDA69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025488" y="19120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E43E9FC3-6F6E-0DE1-7FD1-67D89748FD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77936">
                  <a:off x="5363437" y="48916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E3259987-D9DB-B603-FB3B-8691167D82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037278" y="40477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EA454A39-DD38-B2E9-0BDA-FC132F536D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730987" y="50162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E89ACDE8-15FF-6B63-9B5D-C74BD1A256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318460" y="19040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7ED9CFE7-9DD8-C048-042D-E5ED1DA1F4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958409" y="28948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D9CEFD5A-8106-35F4-1554-E55800D9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5352329" y="30499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6AB8C558-5700-06B4-476E-B132F27207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51858">
                  <a:off x="4348850" y="22757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1670CB7F-9957-D403-2BCD-0F9FD87A0C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11382">
                  <a:off x="7110250" y="25605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BD615C7C-B333-FBAD-F78A-75E3D043C8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741894" y="500155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FC37CC7B-0F98-8801-D669-344A50103B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2016232">
                <a:off x="5232556" y="3595502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74A33FDD-07B3-7CD4-042C-AF1BDE9AE2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63613">
              <a:off x="4998922" y="2635715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A5F8F149-AA29-7F6D-549B-8AD60CBB1E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63613">
              <a:off x="5981831" y="3287584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EA27A50E-755C-8404-CEAC-D941A67E71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63613">
              <a:off x="5711916" y="4650490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671E7568-D70C-4E4C-F504-74CC208360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63613">
              <a:off x="4513420" y="3540778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C4D50627-4D6B-4946-FF08-833E66128C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063613">
              <a:off x="6797814" y="3160601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306F225D-DF41-C915-1C00-3535B0E9B4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171783" y="4466324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A630EB32-80ED-653E-6F53-AB52B858B6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996612" y="2206694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A6AA4BC4-B440-8591-EBBE-41AF6B24CF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003005" y="3072662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9784F525-7746-BA66-51B4-761C233BAB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260826" y="4413587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4394D322-D70F-8753-150A-91A2C6D54B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29379">
              <a:off x="6955047" y="1806776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312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6A9B2E79-896B-7C81-64E1-8B4D2649B17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A97D4CF5-100A-B715-0F6B-96DAFF864F1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B0C7BF71-B066-F95C-2C2A-99E41F3A4A0C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41777B8C-2C76-DA46-B735-01DC482671D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8D1EF00E-1B9D-B147-A44B-323B700021A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0B36A60D-8913-324D-84A8-AD2F7F1900F8}"/>
                      </a:ext>
                    </a:extLst>
                  </p:cNvPr>
                  <p:cNvGrpSpPr/>
                  <p:nvPr/>
                </p:nvGrpSpPr>
                <p:grpSpPr>
                  <a:xfrm>
                    <a:off x="4842521" y="1940218"/>
                    <a:ext cx="3274958" cy="3319563"/>
                    <a:chOff x="7978272" y="-321303"/>
                    <a:chExt cx="3274958" cy="331956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2E73536-52F1-9946-83CE-4423D623D7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78272" y="-321303"/>
                      <a:ext cx="3274958" cy="3319563"/>
                      <a:chOff x="7839536" y="748297"/>
                      <a:chExt cx="3274958" cy="331956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1712A68-EB38-DC4F-BC2C-5D6AD85A89A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153987" y="12663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796A36D-B990-DE46-834F-F087F1C43C3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799627">
                        <a:off x="7774637" y="200008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84BEEDC1-040F-DB48-A0DF-B1B115AD89E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793761">
                        <a:off x="8234035" y="11464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92BE7A3B-0110-7947-80A9-3AF286958FF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081508">
                        <a:off x="7726828" y="30260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FBC436B1-5ECA-474F-AA1A-29A4C8FDA4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70579">
                        <a:off x="8190264" y="30258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F2ED293-66D9-A545-A596-788FF1E4201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109252">
                        <a:off x="7839536" y="147764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1EAF9931-17EF-CE4B-BCDA-F5A74B01BE1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537615" y="166398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04089066-507F-2845-AA83-8AC317A8137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9315596" y="22057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8767215F-A1C1-0C48-9889-8C4A077A52A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674494" y="32315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C93B6984-723D-324F-944F-DDE1C8FB98A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0800000">
                      <a:off x="9188490" y="2098377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66F3A575-E278-8C18-2CB8-9377E99584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889310">
                  <a:off x="4217946" y="37369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BDDD300D-3EA5-2C0C-06A0-374F58701F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77732" y="16517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0D4327FE-1319-DD9E-2130-E685AEDC1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418007" y="37991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A68361B9-EAC7-E1CF-8109-A980DE3D3E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445343" y="49288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B6589B2-26E1-A59F-C5F6-1B259C2EB4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229578" y="36033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1C401AF9-04EE-A738-5C3C-F8286A1D54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81508">
                  <a:off x="7111652" y="44306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5DC52CBD-C0C2-B6B7-3FF9-6B8A503013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34292">
                  <a:off x="7237457" y="30021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984BD6DE-6814-CDE0-56A5-260B059C4C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5983">
                  <a:off x="5787571" y="19264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B4507CB2-4C7B-45DA-CDCC-D84E799532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42814" y="49858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1EE38708-A943-1296-AFD1-FD6B11645A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81508">
                  <a:off x="5670426" y="30775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220AC86E-3959-B4C7-C98F-AB4F0D0673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09252">
                  <a:off x="5868818" y="39102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A8EC5E9-12B8-159D-6BC4-9CE62EAB9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275124" y="22387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B34E5FAA-1385-2F76-3A90-78BCF39CBD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09252">
                  <a:off x="6771015" y="37932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EC852E3F-40C4-2565-57F2-6154414C68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09252">
                  <a:off x="5102021" y="21204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DC9260AA-6897-8A31-70D8-D1E7007BF8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10853" y="26537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94E1CB89-B62D-CBE0-EA8D-15FA33AAD3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322182" y="50007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CE5F9D5-3217-F430-2443-EE4D3502F6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869790" y="27847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79CDB0D-6660-E926-AC2C-D3969FDCF6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861421" y="36103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EFC21F7A-51DE-105E-7FF7-60A371729B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914868" y="462841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051D47A5-0F79-05A1-C3D0-EFE728AAAC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462270">
                <a:off x="6583789" y="1962882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B3402554-1D9C-5889-C77A-4AE1F9D0CA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109252">
              <a:off x="5370678" y="2973790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6F1E94AB-4B8D-9796-3FAD-58576C817B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109252">
              <a:off x="7022515" y="2593060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FFF7E5A8-E80C-CBF6-E3AF-DCABF2243A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311495">
              <a:off x="4309802" y="4353753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7DEDE5AB-D28A-6074-D3CD-73690E047E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311495">
              <a:off x="6301020" y="3902850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E0730017-F22E-9107-283E-D694497659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311495">
              <a:off x="4336401" y="3040435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B4B3DEEF-5CA3-5E21-F2B2-F7C6D74817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4125">
              <a:off x="7136875" y="1868850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00830071-6277-D5B5-44D5-C4737EE001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4125">
              <a:off x="5770735" y="2292384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7127BDA9-D0EA-05F2-071C-6820A2549A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266326">
              <a:off x="6937650" y="4745347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98A2DE61-E979-5941-386A-CF9958E9CA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266326">
              <a:off x="6360013" y="1891951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7DBADE5E-FB5C-A042-2156-3B7FB339BD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266326">
              <a:off x="5796527" y="4468772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6211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76F8DEDE-98CD-0F85-7FAA-B13B286ABB8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47CDC40E-24AC-885E-9536-8AA799E8155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A482B130-3D13-9AEF-021C-18C47C3D1370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1EED4AB3-13E2-0244-B693-79234C5CE36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478F84E7-2380-AB4A-807E-D40045CE97E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CA1705D0-72C8-824E-8239-50F6A885E783}"/>
                      </a:ext>
                    </a:extLst>
                  </p:cNvPr>
                  <p:cNvGrpSpPr/>
                  <p:nvPr/>
                </p:nvGrpSpPr>
                <p:grpSpPr>
                  <a:xfrm>
                    <a:off x="4654066" y="1956859"/>
                    <a:ext cx="3227305" cy="3286282"/>
                    <a:chOff x="1307362" y="3413106"/>
                    <a:chExt cx="3227305" cy="3286282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E914D357-BA8D-C748-9B9D-8CC2918B43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07362" y="3413106"/>
                      <a:ext cx="3227305" cy="3286282"/>
                      <a:chOff x="1362711" y="3205219"/>
                      <a:chExt cx="3227305" cy="3286282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27EC019C-3EB1-0340-8A4F-4A24B13089C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818719" y="39972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D5D2E14-D5D3-3640-9190-201572EE29E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362711" y="36283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14DCC23-4AC0-E348-B0AB-B0C86F8A38E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3022418" y="489486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DA8A3FE0-C086-CA45-8D14-3249088B980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150016" y="543068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04267D3B-9758-FD46-8785-A81587DBD17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52683">
                        <a:off x="2732865" y="360337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970D504-CB59-EE43-8109-763840D9F4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403487">
                        <a:off x="1603809" y="54496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538F88B8-A209-624F-8A36-DC31EC1F1DA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2067626" y="53286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528E5138-540D-AF48-83F4-655DDBAF6A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98786">
                        <a:off x="2921284" y="39235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F35A729-F0EC-764B-A334-CEC2EFB6FD3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94948">
                        <a:off x="1408590" y="455312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82108FD1-DFB1-294B-A2B8-A847C7C819A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5400000">
                      <a:off x="3185319" y="4712144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F670E666-2A50-E59D-4FE1-78B8F3A46C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94948">
                  <a:off x="6797739" y="20288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63F62E7-4263-20A4-A4E3-30CAB99C41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49816">
                  <a:off x="4428290" y="48561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A0A2DEF-3CAB-5477-4139-59BC0A3BF6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035524">
                  <a:off x="7195944" y="39472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A197A98-B95B-AA12-FF16-8114173133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960450">
                  <a:off x="5903962" y="47516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0E730DB2-A612-F683-D3E5-48C7A3088F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88153">
                  <a:off x="5408292" y="1909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54D7BF57-BF5D-9493-DC80-8C46B2D14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8786">
                  <a:off x="5402994" y="33322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286406BA-893C-2443-F231-BD6A0338E6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8786">
                  <a:off x="4343955" y="33630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BBC461E6-BEDF-ED2B-A15E-D81176CD2E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44630">
                  <a:off x="7327604" y="26780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89CABDA8-EF16-B904-AB5C-79B312EDF1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524007">
                  <a:off x="4562438" y="17084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785F8533-D5EF-862B-9CED-F1F7919C8F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483739">
                  <a:off x="6392274" y="17757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069BA1C1-CFA0-2397-A624-A5F8B76769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738328">
                  <a:off x="4123562" y="42450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96681559-4F49-223B-066E-E56F5FAFCA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721370" y="3010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DAAC38C6-A196-B8C4-584B-51A0FFB167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096825" y="45652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13EECCB-77C1-9F0D-56B2-DB5448FE6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64961" y="20626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84FEA705-3E59-F3D2-6449-A31D1740ED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868382" y="3756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76BEBE83-A161-AC47-796B-7BCFC862F1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04388" y="29740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3C95788D-B7A9-72B4-6E9D-E78D2755A7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600722" y="45853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7E3C744F-51FE-4327-FBDD-12AE3D20BE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457129" y="23603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18737328-2A47-9661-089E-35B43C72B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900922" y="456035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DCCC37AA-8FDC-60C7-1959-7B75E1F7A0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4690142">
                <a:off x="5076630" y="2321123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B921FAB1-CC94-4376-D9A2-6793101650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98786">
              <a:off x="6801783" y="2784993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4091C218-18A8-0752-7F78-BF5BDC4C12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98786">
              <a:off x="4475408" y="3843750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62EA1900-FC4C-794C-840D-DBE4F9A8FB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498786">
              <a:off x="6079608" y="4039274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6C248BAC-F843-D4CF-834D-A5375706B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555552">
              <a:off x="5982351" y="1686073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6FD884AA-D420-B1F1-0362-EF7D18E4CD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555552">
              <a:off x="5998377" y="3259340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28D4C699-A320-EE67-BCF0-395E72C616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555552">
              <a:off x="5248716" y="4279583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506BF3AF-0D21-71DF-DEBE-20428F996C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204711" y="3463319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D8CBCD60-72F3-F37B-0A29-4C274AF89B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738874" y="2992960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24D50ECC-19AE-F20B-B44F-14807F0C2A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896542" y="3878378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B642E990-4006-5FA7-0EA9-E2CF59D8A9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922026">
              <a:off x="6606347" y="4705400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373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B5EAE297-21CE-BCB0-D09E-5A1B6149C18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1946BD5B-1048-5851-9E91-9A084428BC1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453E0A72-4754-8F7B-0175-512BC25F82DD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9C4071B9-AB15-FC41-BF04-94D8232F4B21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8C9E4536-2712-FF4A-AD72-1AA49D09F48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3BFD358F-407D-2B4C-B7DE-34844DEA9A8A}"/>
                      </a:ext>
                    </a:extLst>
                  </p:cNvPr>
                  <p:cNvGrpSpPr/>
                  <p:nvPr/>
                </p:nvGrpSpPr>
                <p:grpSpPr>
                  <a:xfrm>
                    <a:off x="4790181" y="2108242"/>
                    <a:ext cx="3379638" cy="2983515"/>
                    <a:chOff x="6391913" y="3688599"/>
                    <a:chExt cx="3379638" cy="298351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7E15D3CB-9A9B-544B-9E43-91A01E19DF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91913" y="3688599"/>
                      <a:ext cx="3379638" cy="2983515"/>
                      <a:chOff x="5656806" y="3602344"/>
                      <a:chExt cx="3379638" cy="2983515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4346365F-14B1-3F4A-921F-784319C026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6806" y="3602344"/>
                        <a:ext cx="3379638" cy="2983515"/>
                        <a:chOff x="7264949" y="3783194"/>
                        <a:chExt cx="3379638" cy="2983515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378CC8B9-44A6-E546-9AA1-4E88D53DA03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7514815">
                          <a:off x="7281419" y="482552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BAC2FF2F-23A8-524E-A2D1-F5389A397C9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379120" y="572486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081512D2-F896-3E4C-9D87-6FE4CD727A2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9198855" y="576353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10A3CE2B-D007-7B4C-B439-D698DD9867E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185128">
                          <a:off x="9204587" y="483111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919B3C4A-E656-544E-9D70-E6601BC461D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8666491" y="554552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162EBD46-E828-A84B-B018-1995BF6F7A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2887341">
                          <a:off x="7264949" y="383064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33F5C23B-EA86-734B-9C11-4BEA60F818F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021657">
                          <a:off x="9054009" y="378319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27A4F2FC-2234-4D43-BBF2-D8D82D7202C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232998">
                          <a:off x="7706005" y="5490287"/>
                          <a:ext cx="1511298" cy="675564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B809369-92F4-0E4E-B2CB-EE7ECE674E2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86078">
                        <a:off x="6323794" y="409339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FB2E7C47-A05C-A54A-993A-129AB97B4B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8750619">
                      <a:off x="7878906" y="4326544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4603BA5-20DC-3252-DE83-4DE808B858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14815">
                  <a:off x="6426331" y="36252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560F33B5-B19B-6777-DC8A-A0D9D46944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14815">
                  <a:off x="5590457" y="41784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7CC5EB5B-1DBB-265B-0250-BA0FF10619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14815">
                  <a:off x="5776039" y="2077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2156DDC5-AB89-7F87-D01A-9214265F19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14815">
                  <a:off x="4317302" y="27764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2D775E02-D71A-304F-EA07-41F5C68FBB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14815">
                  <a:off x="6982691" y="35438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1FE78034-29B0-493C-016E-3E2D6C84E3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32998">
                  <a:off x="4472474" y="3589339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BC1D3AB6-DA12-D50C-CB6A-4D04CF95F7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678874">
                  <a:off x="5503989" y="3123244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8968360A-A7E2-776C-4D74-9E276E12AD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32998">
                  <a:off x="6784749" y="2722545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ED83CA13-3F06-D316-7BD6-BD7D18D79B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288276" y="2109509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D374BF06-4372-16E4-5B4A-0ABCBEBF9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32998">
                  <a:off x="5316534" y="4523572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7AA7CCB8-49E1-FF45-18F5-80040FA68F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1206">
                  <a:off x="6241525" y="4385134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983FAA0F-27C2-6E60-3A33-9C22E0E9CA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02454">
                  <a:off x="4323763" y="4346473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7619C504-3543-2037-DB7F-0963362008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8659">
                  <a:off x="4937487" y="2789710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E23CA5C3-3819-BF93-6DF3-94FD225505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18836">
                  <a:off x="6443739" y="1875399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0BBC80A1-5012-8FA7-F1DD-AB77245C6F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32998">
                  <a:off x="4591875" y="2026381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C85BFA35-3295-5E8C-4A2E-69F9DD20BB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155054">
                  <a:off x="6879835" y="4648914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1F8453ED-A237-770A-8EC9-003A64652B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815345" y="4857987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C14482E8-55A6-9CD9-6FD0-973A850919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113861">
                  <a:off x="5864594" y="4936027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79CCF049-B43C-D833-42B1-6A1656FEA9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43138" y="1626623"/>
                  <a:ext cx="1511298" cy="675564"/>
                </a:xfrm>
                <a:prstGeom prst="rect">
                  <a:avLst/>
                </a:prstGeom>
              </p:spPr>
            </p:pic>
          </p:grpSp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75026417-325F-7DEE-BB8B-971C0B6D58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2283121">
                <a:off x="5932187" y="3461054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C63CAF97-4693-5024-C707-44D188C85B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18659">
              <a:off x="6107625" y="3204526"/>
              <a:ext cx="1511298" cy="675564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2EE69142-B8A8-74B0-33BD-96B75FE276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379219">
              <a:off x="5557020" y="4888023"/>
              <a:ext cx="1511298" cy="675564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5C18DF1B-B312-6003-8931-3FEFB0042D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730120">
              <a:off x="7261769" y="3053178"/>
              <a:ext cx="1511298" cy="675564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9667D1A9-B21F-0B02-D6F8-67C6949893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730120">
              <a:off x="5507736" y="3273617"/>
              <a:ext cx="1511298" cy="675564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B2F9DA90-9460-8A68-437D-954D5ACD50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730120">
              <a:off x="5410148" y="3954843"/>
              <a:ext cx="1511298" cy="675564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66E20A16-D690-7536-AFF2-58B5C5168F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200656">
              <a:off x="7198516" y="2164062"/>
              <a:ext cx="1511298" cy="675564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27DC1097-F2F9-3BF2-977C-C0719AC5A0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044240" y="3113227"/>
              <a:ext cx="1511298" cy="675564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275DD2A7-14A8-8937-BE50-A3C2B77C1F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7487638" y="4283514"/>
              <a:ext cx="1511298" cy="675564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C847524E-D107-E98F-BD36-EF739A074E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913204">
              <a:off x="4262746" y="2079239"/>
              <a:ext cx="1511298" cy="675564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FCA3804D-8B98-464E-745B-E32D032D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261172">
              <a:off x="6926298" y="1792189"/>
              <a:ext cx="1511298" cy="6755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1231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38C730B0-EEBC-52DF-B09C-DDFE02213D7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97C29AF9-5DF9-225C-DCF1-6A58F5A45580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EFA5EE2F-5A07-90C9-5BC1-85BFEBF8B1A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DB77CD91-CB99-144C-A3DA-D22DFDCEE515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22EE4D2A-DD84-304F-A762-616839B2935B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F796D2D7-41DC-E54E-A68A-75B0D4BD73D8}"/>
                      </a:ext>
                    </a:extLst>
                  </p:cNvPr>
                  <p:cNvGrpSpPr/>
                  <p:nvPr/>
                </p:nvGrpSpPr>
                <p:grpSpPr>
                  <a:xfrm>
                    <a:off x="5183022" y="1938903"/>
                    <a:ext cx="2593955" cy="3322194"/>
                    <a:chOff x="715158" y="46800"/>
                    <a:chExt cx="2593955" cy="3322194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E7667DF0-9A20-9E4D-BBDE-05A9F95BC1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5158" y="46800"/>
                      <a:ext cx="2593955" cy="3078649"/>
                      <a:chOff x="347430" y="61843"/>
                      <a:chExt cx="2593955" cy="307864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5CACB42-7337-DF43-9535-94A22AAA2B0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49907">
                        <a:off x="-49482" y="18061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8C0AE09-9AFB-4440-9855-8BA21816E27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-50723" y="47988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DD251A8-372C-0E4B-90E3-72F40FD2022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899146" y="4599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2A428D51-4BFF-E84C-95AD-CDEBBECB0B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370374" y="7755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0AF49C3-5E49-B343-AC16-46BB56E3A38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603557">
                        <a:off x="503592" y="249679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2FF0CE2-D0DA-BD4B-AA07-4EBD62C541F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646972">
                        <a:off x="1117901" y="199362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4BF8C9B3-195C-EE4F-B4D7-6835CCE9E5A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93923" y="2983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D580972B-7192-BE4A-9AF6-4512D8949D9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576989" flipV="1">
                        <a:off x="1899539" y="15160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C01D60A4-87AD-B748-8448-2A05B0200B9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7779675">
                      <a:off x="2113468" y="2325398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B80D76EB-755B-3215-D0D4-8B219565FF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36463" flipV="1">
                  <a:off x="4269122" y="2942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489994BE-2910-86A3-469E-AD90550AEC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60134" flipV="1">
                  <a:off x="7368375" y="20857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CC3DEAF8-1408-DCD7-2C5E-A5942F42A9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5813749" y="44786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B80B75F-875D-9E84-1252-00E72A5661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1606" flipV="1">
                  <a:off x="4990304" y="15906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50756E8E-14C7-230B-935B-5055947654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96378" flipV="1">
                  <a:off x="4358198" y="40971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129B820A-0495-FE54-1631-112B67E6A7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30665" y="24884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08D64D24-87AE-9C87-7CD8-1E0FB2ABBF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6972">
                  <a:off x="5395545" y="30031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F8237CDB-1452-7EDA-F4CD-9EE3EDBD27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6972">
                  <a:off x="6771826" y="29310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967476B6-1FA5-A1F9-0EC9-35DE645A48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035128">
                  <a:off x="7223465" y="40315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04090FF-9B54-309D-1DCA-6DED3CD82D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6972">
                  <a:off x="5439694" y="37884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70F2A7E7-7854-A8DA-AA12-6D771DF30D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46972">
                  <a:off x="5976424" y="21047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4B8C0584-B37E-9686-14A6-7F440ACCD8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91670">
                  <a:off x="7250893" y="29124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F179DB8-3231-3AA1-42D1-302FF92E54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636784" y="48387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6E55A3B3-E7C1-990E-4179-1A1FE8B0DE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32874">
                  <a:off x="4343179" y="19596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076DB0A6-EA53-A44E-BD28-5F08775A6D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79137">
                  <a:off x="6961817" y="46223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1E853B77-6D2D-E3F9-9D6A-EC7EF04E67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032529" flipV="1">
                  <a:off x="5352912" y="48255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3E1F057-1A5A-CFDF-8A27-FCB50F8CB6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6170208" y="30741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684BABE0-BF00-43EF-C8C0-76F8285E59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5194583" y="24283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E4D5E12C-7F1A-E189-DF15-4B9908D94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4817" flipV="1">
                  <a:off x="6634692" y="17204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D4ABDBF7-C4CE-2F94-5E48-5A5599B54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990722" flipV="1">
                  <a:off x="6313566" y="48030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4BB80B95-66F9-1EFC-1716-219D4382D3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4716462" y="332630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3CF88A1D-9D24-2C76-F604-12D7F2CCFE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6680833">
                <a:off x="4860007" y="2983443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6068B049-1CB3-EF1C-F67B-37D72CF180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891670">
              <a:off x="5126915" y="3530288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B940B88D-27BE-F6DF-BC07-43D70348ED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891670">
              <a:off x="6157710" y="4438281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109E212A-92E9-29DC-E39A-3817FAEC91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891670">
              <a:off x="5768988" y="2702602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93A9563B-0211-2DA4-D036-0546096FF0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944813">
              <a:off x="4300492" y="3770690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A238023A-777F-BE5F-2BB4-3D7B2FFDBC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944813">
              <a:off x="5892983" y="3611637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CF72F040-0663-8E09-42D7-7C84360DDC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53174">
              <a:off x="4832940" y="4634284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779EA302-91A4-4F7F-6703-54C9F068DB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690655">
              <a:off x="7259867" y="3525313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D6C7D0CD-5059-2A3C-50D1-A2F12552EC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108238">
              <a:off x="5589788" y="1627653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77831F7C-1BF3-EE4E-2291-E7BC0A9C15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108238">
              <a:off x="6531681" y="2490564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D0E88FF9-3E47-FE17-B463-008CA9A55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108238">
              <a:off x="5011423" y="3881096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3272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707EC5D8-37BF-5A77-EDBC-8123E3B7F62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AB338555-87FD-0D8B-B573-DC70E64A442A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0DDDBE9D-256D-8071-C225-8D9A2415813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D84EBF36-F42C-3845-AFE2-3F0DD82C6D9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3830E1A-A9C4-D44D-8F15-C9185F3AE23B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E1477C4A-01C5-6A4F-BD33-51E305B8F147}"/>
                      </a:ext>
                    </a:extLst>
                  </p:cNvPr>
                  <p:cNvGrpSpPr/>
                  <p:nvPr/>
                </p:nvGrpSpPr>
                <p:grpSpPr>
                  <a:xfrm>
                    <a:off x="5040499" y="2253639"/>
                    <a:ext cx="2879002" cy="2954675"/>
                    <a:chOff x="4398794" y="309804"/>
                    <a:chExt cx="2879002" cy="295467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022DDFD-3DB2-DF46-92FF-6E98693942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98794" y="309804"/>
                      <a:ext cx="2879002" cy="2954675"/>
                      <a:chOff x="4456589" y="702582"/>
                      <a:chExt cx="2879002" cy="295467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5039438-9DC5-2C41-8349-E79F835FB89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66506" y="11129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365683E1-EB30-704C-91F5-B5C4731F160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694887" y="25834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6D726BF-D385-F44A-B71A-5F837B9E3B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871638">
                        <a:off x="4226193" y="209044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68219D7E-129C-2A4D-93A7-53B2126B7D1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4694887" y="70258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3834F17D-9952-EF40-802A-BE1C9AF9C69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469395" y="13419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D5A2BFE-D99E-E741-BB14-E80F3465DC8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65681">
                        <a:off x="4456589" y="17648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C9637AE0-7BBE-DC41-95B8-8E4A5BBA8D9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821695">
                        <a:off x="6293745" y="261541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8851D555-9438-A945-8E86-FA1CDADF82A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82465">
                        <a:off x="5978715" y="16498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DD2E90E1-6D1A-D84A-94CE-931774E0E1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2717782">
                      <a:off x="5437013" y="2096055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6F93CCD8-FF40-C806-8EC1-12AA098128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749993" y="43504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DAA9450B-558D-1A82-0EE6-02AA772C88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58797" y="45878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80581D97-B183-A30B-7E1F-B930CF8E84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948959" y="17424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DAA4722B-FA75-D2F8-79EE-25F539D3FD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143290">
                  <a:off x="7349266" y="38170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4FA1B788-0563-60B1-A6D7-A6A2C7CDA0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139881">
                  <a:off x="4408249" y="30471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66A33741-A2FB-9337-3EB5-DC11956017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18684">
                  <a:off x="7169044" y="30896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4B22E372-9768-9946-D3CE-9F27688CAC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65681">
                  <a:off x="5728052" y="20977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03C3A49F-3050-15FE-DF69-C7131B8093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85892">
                  <a:off x="4716278" y="20385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2E8582B0-BDE1-5C65-275A-1ABF9097B8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876127">
                  <a:off x="6614619" y="47635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17B23AF4-4BF7-BF5B-24BB-8205EE0A88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47849">
                  <a:off x="4066738" y="41457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E57AB9D3-5DBF-9274-F5FE-BB37EF2571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92121" y="39553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9AEC4691-5BEF-A990-A2AD-5B75CA4146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73638" y="45650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33C0433C-1789-0D44-2DAA-CDF94A602C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57381" y="24230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5DB69C43-61EE-196D-3218-9F57BC734F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301870" y="20866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FB519299-3891-468A-8EF6-FBD2D7E493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96452">
                  <a:off x="5492119" y="46972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BF392E45-154C-6030-C075-7883168F80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21831">
                  <a:off x="5287817" y="29025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EB511575-B19E-87B3-7AD2-684095CDA2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65681">
                  <a:off x="6949362" y="38951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F691062A-015D-BE3A-F2F7-F7A46FE96F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365339" y="17030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DB66B48E-2FFA-8FC2-D2BC-2FEB07217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65681">
                  <a:off x="4586868" y="31268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224B5F82-DC1F-8B4C-4056-0FF2ACC621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236343">
                  <a:off x="6091687" y="481924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A05A8EC3-184B-B517-40C0-45A435B0148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521941">
                <a:off x="6525114" y="2690510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056745CA-4427-763F-B5EC-879E0B624D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165681">
              <a:off x="4894265" y="3796166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CF7A65A0-FC52-5AA0-A465-3167AE4132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165681">
              <a:off x="6011979" y="3444061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8C025B96-9AC0-C4F8-CC79-0E6A4D927F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165681">
              <a:off x="6752497" y="2490469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108824D8-70B8-04FA-413A-FA0FB8B1F2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165681">
              <a:off x="5603036" y="2861177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13A0C7DD-B9A1-DA54-A5A9-58B7A9321E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272920">
              <a:off x="4202214" y="2188467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3CDA5F3A-CD55-2E50-C160-3143A8875E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272920">
              <a:off x="6115872" y="2495821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32FF7740-3220-2A82-2532-F25504081A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272920">
              <a:off x="4500120" y="4199757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09BF48A8-709E-D126-F733-01FE0901AE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272920">
              <a:off x="6901697" y="3235445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35C026C6-40F5-9C00-42E1-0E28E42FCC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272920">
              <a:off x="6299036" y="4464339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DEF267F3-0F19-244C-9ADF-772C376A39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950236" y="4928320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0805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C3654732-5FE8-F4C8-88F2-43A53ED89FD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45754166-1954-4D4C-934E-918C71E2F2BD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6DB784CB-D9E5-B25B-4569-9DED0BE655D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A11D4D8D-995F-984C-8D8A-6C0F7FFC7CC7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AB3F4602-AA20-BD4A-B4F1-EFE76720EBC5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A002696A-734A-634F-8278-A1575AE0BB10}"/>
                      </a:ext>
                    </a:extLst>
                  </p:cNvPr>
                  <p:cNvGrpSpPr/>
                  <p:nvPr/>
                </p:nvGrpSpPr>
                <p:grpSpPr>
                  <a:xfrm>
                    <a:off x="4752570" y="2212617"/>
                    <a:ext cx="3454859" cy="2774766"/>
                    <a:chOff x="8078052" y="182312"/>
                    <a:chExt cx="3454859" cy="2774766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8B90935-92EB-834C-84F7-A46AA9D40F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78052" y="182312"/>
                      <a:ext cx="3129062" cy="2774766"/>
                      <a:chOff x="7715031" y="963825"/>
                      <a:chExt cx="3129062" cy="277476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564CE8F-C4A2-CF4A-869B-0C31843FF76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253188" y="30299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54C3751-B1D9-E54A-A40E-7B6A5020EA9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626651">
                        <a:off x="7681137" y="20257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9E754448-D12D-E44E-9315-7F42CE3187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464979">
                        <a:off x="9484983" y="13619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F36E186E-3E83-D742-BCA1-723F20B226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153168" y="219851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E15B95A-A804-3D40-AD17-450CDD503DB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93743">
                        <a:off x="8831321" y="11970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D5A65FF-9C7D-0348-9823-050C7E19A6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715031" y="12791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EE70DD6E-C2E3-2E46-B0C7-A7EECB4B0FF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837722" y="28707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0E689E9-DAD1-BC4F-A873-C3C9C73B3D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404093" y="30948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C541FA3-91EF-CE48-8050-528E903A0F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55827">
                        <a:off x="8136093" y="19663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FE43077D-9DD6-D54D-A3A9-C5020EDC588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0800000">
                      <a:off x="10092911" y="159820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F08B9035-CBE2-C3C1-306D-8028EB6ECA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852474" y="18720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0B413EAD-C00B-71CD-2431-7BFFEE04C1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068081" y="1780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11251DA-B3D2-ED7D-710E-98240F646C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00799">
                  <a:off x="7252389" y="30709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2624A17B-2742-C582-E3EF-AD00B38358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70726" y="48782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1279A05E-7764-7D58-58A3-4C048AD808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934780" y="49792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36161805-F617-94DD-D239-127750AB47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118196" y="36851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C09BF15-F54E-0230-5950-15D3FA4449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748640" y="22263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A9AC52A9-7B5E-1E92-FCB0-B901277E62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195805" y="2705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8574AB5A-E0E2-71EE-C407-C32046EC6E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110174" y="24789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86D9506-09B4-28C0-CA8D-C2BF4C5758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6651">
                  <a:off x="7052602" y="45544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B0444675-808C-42DA-99F7-D6A99C999A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6651">
                  <a:off x="6009619" y="39117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E9D8CDDE-6BC6-2F84-36B7-83FEFD68D5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088360">
                  <a:off x="5440043" y="17021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4BA570D-C745-CB7C-2F4A-157148758D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6651">
                  <a:off x="4452124" y="20265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8E9039EA-0E7F-8AA2-1399-E2F2CCE470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339626" y="29139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51DF8F6-691A-2286-D2A1-A64C1AA8A1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83434" y="28916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1022104B-2354-A4D9-0F9D-CD9AF27651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798862">
                  <a:off x="7366464" y="38907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39846D18-729F-B739-CC7F-16FEED744F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6651">
                  <a:off x="6375175" y="18943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4F8AC893-D434-4FAD-63B6-70CE35334E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246032" y="48529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0CF0B14F-301A-348B-6CEB-DBF9D632C3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78664">
                  <a:off x="7204725" y="189295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6ABD157C-9BEF-587A-81AE-980CAC1D03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400000">
                <a:off x="4220508" y="3959086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C1618E95-FDD8-0324-2B16-7775B724A7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26651">
              <a:off x="5276927" y="4081806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CD440E70-CD5E-7F92-A24E-8A30DBDC93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26651">
              <a:off x="6812929" y="3119160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0FBA9170-A8D3-8CBA-ABF9-6684ADC229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26651">
              <a:off x="4975172" y="2761671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797A3DFC-682F-980D-2195-24046BAAD6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626651">
              <a:off x="5256693" y="2128343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E753D22E-76DB-2AF6-3C64-AB260B56DB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940584" y="4415643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37AD2DE3-8B8E-D77D-82E0-7E615D739F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081484" y="4226964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62DF13CE-05AA-1077-A92A-C0B621B5E9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7554131" y="2798131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3D155613-1DF3-C9DD-984D-D101701622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156810" y="2368991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99C9DEBF-E5CB-C600-BD1D-9C8139551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673848" y="3421053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D1C23A0D-95CB-B84F-638F-32A21BD81E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785983">
              <a:off x="6440831" y="4791202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671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B821028C-CF21-E1B4-3D71-EA678CD8A73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9B45896F-745A-26C9-E310-981C544C395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66FB28E4-5DAB-7C28-D988-97F8EBDD765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EED98F76-996F-074A-89E4-3359421C96F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24EE4ECB-F070-CF44-8FC9-43B4450D0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A8C84FF0-F5F2-A644-B62A-EE09C0672B2C}"/>
                      </a:ext>
                    </a:extLst>
                  </p:cNvPr>
                  <p:cNvGrpSpPr/>
                  <p:nvPr/>
                </p:nvGrpSpPr>
                <p:grpSpPr>
                  <a:xfrm>
                    <a:off x="4614470" y="1810466"/>
                    <a:ext cx="3731060" cy="3579068"/>
                    <a:chOff x="1494417" y="3231335"/>
                    <a:chExt cx="3731060" cy="3579068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6C68BCF7-07B1-F247-A45D-742E67C08C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94417" y="3231335"/>
                      <a:ext cx="3731060" cy="3534548"/>
                      <a:chOff x="1245377" y="2933472"/>
                      <a:chExt cx="3731060" cy="3534548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298895F-5997-C649-9E08-A10AE698DA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24484">
                        <a:off x="2153877" y="39992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D46158D0-6C2B-6349-BD00-230C6AC1105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3536437" y="535302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04A9B26-440B-6B4C-8F64-BA92A7F3975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75196">
                        <a:off x="2840049" y="460967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9D656410-4584-124A-930F-3DF0B1F2408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489062" y="54261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E685E125-D713-3541-BEE3-CF3C4BE4418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757024" y="333162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462E914D-93E7-5C41-9A66-CC818D0747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62648">
                        <a:off x="1409211" y="43132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4CB46CB5-A459-A942-AA66-940BC65863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71889">
                        <a:off x="2047332" y="51974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12CAF1C-69AF-D64C-AD33-946D931143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894808">
                        <a:off x="3320072" y="389847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4BF4227-9142-9744-B024-BC253D7392A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234817">
                        <a:off x="1245377" y="36505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0941E22D-5F15-034A-B167-CF00FFEC115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741837">
                      <a:off x="3173451" y="5766807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A242A4A-58D3-3D72-703B-DF288545FB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62648">
                  <a:off x="7024948" y="21038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C2894D36-65E7-97B8-CB9E-4F2A551F82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62648">
                  <a:off x="5414799" y="19006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F6862076-C00C-FB1C-5EF7-F45E1DCE58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046217">
                  <a:off x="5522970" y="47387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76DE9E60-52CD-6470-7EFD-2710E1556E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172160" y="41616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617D4D14-55DE-23F5-1A6D-366465F020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62648">
                  <a:off x="7224571" y="32751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2E7790A5-3162-6EED-B982-741B5BB176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4589683" y="19566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15195735-C892-CB4D-A096-A329F16B14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40572">
                  <a:off x="4254880" y="29474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05974F34-E60E-3B56-8EDF-BCF273F611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05387" y="18323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A2337CC5-F746-7DFE-5B0D-FB6A1DE883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666312">
                  <a:off x="6887972" y="48145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DCE41FAC-2CA4-0951-5723-2CFB792D0E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6152485" y="38971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7080F185-625D-DC76-39A0-1D450488A5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5831485" y="29719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B330423-FC89-DE1B-8D1B-EBD07DA5F8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4992942" y="19027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54A669EE-3DBC-9CBC-8EB7-B45F195358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7972">
                  <a:off x="4546928" y="49684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AC53E6F4-69D8-99E8-3692-59D875E92A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4976282" y="30704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33544283-7E4F-5C6A-C03B-A55031A91A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93503">
                  <a:off x="7154121" y="28654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9107151-4EFD-D93C-FCFC-23A3115E7F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4650462" y="39026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1F484E07-D217-5D19-B11C-6EEBC36A50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6188931" y="33099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C80087A6-69B3-B881-7767-B0A5F5689E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6773982" y="21326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8A86EBCA-B278-3E9A-C917-14970BE163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5556429" y="43802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1F5C993A-5D0D-C7B6-F86A-EAA767C7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12755" y="446677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FD1CA78F-13E2-7F9C-7EAF-20041B6DDF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3117985">
                <a:off x="5209463" y="258390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F89CCF85-A322-8EC1-8CE5-105D611A01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71889">
              <a:off x="6836220" y="3849787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0CA421BA-51E7-0B66-CAF1-981158C6CC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271889">
              <a:off x="5445268" y="3675593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26AEF9B0-C074-F744-AFB2-709ACC4EEF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870424">
              <a:off x="5174663" y="4762311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6CACF83A-5B30-3DEF-9D38-6CE7E1C68F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594258">
              <a:off x="4264499" y="3628504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73851EB4-7CD3-9E85-5995-D4DE44A90D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594258">
              <a:off x="6762198" y="3246074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90738A28-DE0B-E445-43E8-7F8A4C23C1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49573">
              <a:off x="5856421" y="1689850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9FD1263C-15FA-9FDD-ECD2-0121E80F61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49573">
              <a:off x="5707580" y="4273640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45C33D84-6F62-387B-8CB6-CF3378E1A4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49573">
              <a:off x="4890210" y="3961802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B78E7FE6-4CC7-8356-1214-DA90EEBF43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863069">
              <a:off x="4266975" y="2649086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B8E970CB-0DDA-08D4-2352-EC73B3898C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863069">
              <a:off x="7259660" y="3930173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7907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群組 49">
            <a:extLst>
              <a:ext uri="{FF2B5EF4-FFF2-40B4-BE49-F238E27FC236}">
                <a16:creationId xmlns:a16="http://schemas.microsoft.com/office/drawing/2014/main" id="{95B2FB4A-8114-88AA-2A44-5B3C0FAABE49}"/>
              </a:ext>
            </a:extLst>
          </p:cNvPr>
          <p:cNvGrpSpPr/>
          <p:nvPr/>
        </p:nvGrpSpPr>
        <p:grpSpPr>
          <a:xfrm>
            <a:off x="4320000" y="1395583"/>
            <a:ext cx="4320000" cy="4364417"/>
            <a:chOff x="4320000" y="1395583"/>
            <a:chExt cx="4320000" cy="4364417"/>
          </a:xfrm>
        </p:grpSpPr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969173EF-07B4-836B-E2F4-53566F09E208}"/>
                </a:ext>
              </a:extLst>
            </p:cNvPr>
            <p:cNvGrpSpPr/>
            <p:nvPr/>
          </p:nvGrpSpPr>
          <p:grpSpPr>
            <a:xfrm>
              <a:off x="4320000" y="1395583"/>
              <a:ext cx="4320000" cy="4364417"/>
              <a:chOff x="4320000" y="1395583"/>
              <a:chExt cx="4320000" cy="4364417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8E201BC3-C8FC-1774-103D-693B170A502D}"/>
                  </a:ext>
                </a:extLst>
              </p:cNvPr>
              <p:cNvGrpSpPr/>
              <p:nvPr/>
            </p:nvGrpSpPr>
            <p:grpSpPr>
              <a:xfrm>
                <a:off x="4320000" y="1395583"/>
                <a:ext cx="4320000" cy="4364417"/>
                <a:chOff x="4320000" y="1395583"/>
                <a:chExt cx="4320000" cy="4364417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3582CB72-94D9-ED45-B2DC-A90B24882561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C3BCCEE8-B23C-8547-BF4E-A933D16D2FC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FE8B355A-F25D-A64D-A089-D0083919368B}"/>
                      </a:ext>
                    </a:extLst>
                  </p:cNvPr>
                  <p:cNvGrpSpPr/>
                  <p:nvPr/>
                </p:nvGrpSpPr>
                <p:grpSpPr>
                  <a:xfrm>
                    <a:off x="5035518" y="2243654"/>
                    <a:ext cx="3200145" cy="3092050"/>
                    <a:chOff x="6407118" y="3849326"/>
                    <a:chExt cx="3200145" cy="3092050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068348EA-0E15-B943-8EF6-66F3A9D5B6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07118" y="3849326"/>
                      <a:ext cx="2662603" cy="3092050"/>
                      <a:chOff x="6012653" y="3624342"/>
                      <a:chExt cx="2662603" cy="3092050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53C86A9B-7059-1D4A-BFBF-8A1B0A148C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47020" y="3624342"/>
                        <a:ext cx="2628236" cy="3092050"/>
                        <a:chOff x="7655163" y="3805192"/>
                        <a:chExt cx="2628236" cy="3092050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980D4A4C-2BBC-104C-939F-706A5EECA3A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7257010" y="49035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F3E76FA5-14AD-2241-91A6-9895CD533BF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7935637">
                          <a:off x="8536535" y="534902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3EBF96F4-E618-8E4D-BA91-19C65B492AB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9167636" y="486475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0B03BAD7-7A1A-544B-9597-86076A3AE37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429476">
                          <a:off x="7858318" y="566408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B1920D2A-4BB2-7C47-8704-F21A4AE9141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506631">
                          <a:off x="7366800" y="585539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8B1B5D2E-9845-B841-926B-3F04860B135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8843399" y="436147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20A89B1D-1BD3-C64E-9659-8D28B9C0B8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941759" y="420334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E62B9EB-50C5-6B45-BC9C-368BABABFC5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012653" y="37448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9A3EA8EC-180D-664D-8696-AC6EDD4FE37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8167263" y="400314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5F036178-8031-A999-A0B9-DAB9F2F653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75598" y="1793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CD1C8595-9300-4D56-5A19-E3C6058AF8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075477" y="34980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FC30DA19-7FE8-2A72-987F-EF5ED685B4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01804" y="44392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5972A9E7-A76A-F175-7FA6-0C52FA9DD1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99209" y="3564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B6B65AA4-E20D-4AD3-7A8A-481DDBA9E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06618">
                  <a:off x="4634092" y="18204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65CB2DD5-D91C-7BB0-6444-D7A8999AA6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5507192" y="32421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25F555C1-B9AF-41BC-FE41-4D399BF361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4547718" y="25779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A77109FE-93C1-788B-E8E2-5724830DDD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7246892" y="29182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954B4FDA-F045-888E-4ACD-556E9C2B23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5627262" y="22457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36B6A43-F21A-F59E-BA01-D69620C703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591309">
                  <a:off x="7220473" y="43628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1053B56-31F8-D204-D6BB-88475E4AA5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6659750" y="37737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480A980E-6C04-C43F-C492-ECF50AEF70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49625">
                  <a:off x="5523319" y="17211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0CEDAFE7-C495-1774-9B94-D032717532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095679">
                  <a:off x="7039663" y="17508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919B1E5D-B3D2-7505-26FA-023219B79B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6126636" y="44059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D42D736B-83AF-7E0A-2488-B42F03D96D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4425509" y="30912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0D3BD0D-C2EA-9027-8C00-B5E0AF09B8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06631">
                  <a:off x="6213091" y="32298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2D3CAD3-0FD3-AF03-8E20-1EE0F0D985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410376" y="21462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C9CF171C-D63C-B2A3-8130-42D4F33243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48758" y="41706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318703E1-1AAB-1A46-ABD3-FAD07A69D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68374" y="44083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93933151-AF34-67FE-83CE-65CC89A012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28778" y="37190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B39D7EA5-C98D-FE18-60D5-034910CB3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30483" y="231817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0ED319A3-F167-02BD-473D-DAE15C4812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7220631">
                <a:off x="6457642" y="438322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57BF9615-7AF5-D6DE-5699-0191E86DBC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7524358" y="3959095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1300FD04-F29B-76F1-78D3-D185E81AD0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5842858" y="2751224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CAB0C45E-1348-E8DD-5FC1-29BED9DE08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50036" y="3685282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4DD13F0B-277B-DB2E-EC5D-740AFFCD72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630502" y="2625857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D4F2B3D3-286A-69E2-9CDE-7DE08F78F8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88916" y="2753285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27DCCEBA-D787-3E51-3B70-E61FC019DA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179723">
              <a:off x="5152628" y="4902327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944FA0E4-000A-D575-BC6A-28502A8E51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179723">
              <a:off x="6753629" y="4898961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13CDD034-F116-962B-AFEB-44FB739936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179723">
              <a:off x="4993579" y="3526656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40918D3E-9863-41BD-3700-EE5D2148D9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056415">
              <a:off x="4148130" y="2010077"/>
              <a:ext cx="1440000" cy="643693"/>
            </a:xfrm>
            <a:prstGeom prst="rect">
              <a:avLst/>
            </a:prstGeom>
          </p:spPr>
        </p:pic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A42C72C8-0787-6875-8210-F610D544B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056415">
              <a:off x="7385153" y="3574329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5652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B597A541-BE95-2D17-C2A4-10553F1D930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5A0FF922-3BD5-82E6-9860-0845C8A4E6E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9E9E6F93-5AD2-481A-FB98-A78DE9B38DF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DC1996FC-F280-0D4C-A894-759828AC79FE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D529B911-1C77-C141-BBC2-64695381DA6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941FA130-B0BF-0544-B24D-9AECF9E0EBC7}"/>
                      </a:ext>
                    </a:extLst>
                  </p:cNvPr>
                  <p:cNvGrpSpPr/>
                  <p:nvPr/>
                </p:nvGrpSpPr>
                <p:grpSpPr>
                  <a:xfrm>
                    <a:off x="4819606" y="1913620"/>
                    <a:ext cx="3320787" cy="3372760"/>
                    <a:chOff x="369925" y="121406"/>
                    <a:chExt cx="3320787" cy="3372760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D07B95CE-4672-5A4D-9D2D-58B74C21BB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9925" y="121406"/>
                      <a:ext cx="3320787" cy="3372760"/>
                      <a:chOff x="185130" y="-29140"/>
                      <a:chExt cx="3320787" cy="3372760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C1F0FC9B-A4CD-D343-92AC-60CB424752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406055">
                        <a:off x="1137866" y="19470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E3623CF-5F72-4843-A57D-1BD5265EB1D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47391">
                        <a:off x="63918" y="4855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181580A-AA59-E94E-8B88-CBEE1C8A333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670077" y="3690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D956832F-B6AE-C84F-940D-04E34E84A49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518821" y="19391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9DB11EA-262B-7C4D-AD44-AA1D1D81A4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4337093">
                        <a:off x="1373965" y="22994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1068764-12DE-034C-ADBC-D76E2A16CF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050552" y="4910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52AB19FD-CCBF-9540-B8F3-041BEAAA460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123275">
                        <a:off x="-220204" y="2294593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493D3C4-F1E7-DC4A-AA3A-9CBB16A9988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1780" y="10572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C3C8DC6-741E-3C42-901A-48BE9CE28B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flipV="1">
                        <a:off x="2065917" y="168173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C0EA9EBB-F1FB-7A40-8EA7-C03F78E7770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6200000">
                      <a:off x="1914702" y="1186958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E290178E-FC6E-181C-2603-89698C5E3E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914644" y="26610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0B4B58CB-A705-832E-7646-903A5C81D0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813383" y="42808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8DDEAF03-BD83-048A-6AB4-9F52C198FE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029733" y="18626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DC028B42-FEFD-EFFB-1F64-2319C1A301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15782" y="43596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3E1AAE3D-F553-0A09-0781-053892058A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51118">
                  <a:off x="5483321" y="16208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4311C16-8285-F79E-DE6A-FA21E9CF92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37093">
                  <a:off x="5205990" y="28720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57EBEEFE-61EE-85C3-0E12-88776D7C67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359306">
                  <a:off x="5863490" y="20218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1AFDB47A-E14F-9684-B606-878C8FDA0E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616076">
                  <a:off x="4457629" y="19077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E7A4330-9AC3-8291-421D-C71C5B7860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43759">
                  <a:off x="4856706" y="46388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AD57B0F1-02D3-D306-1E1F-60FDE5AE6F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36583">
                  <a:off x="7153799" y="3278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17874078-DFE3-179F-7802-CBB09FFF48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37093">
                  <a:off x="5209800" y="19800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3696B319-AA22-6CD4-6A68-470DAC672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00614" y="41794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97CD1C2C-AECA-5956-5EC4-2697A9E646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993595">
                  <a:off x="6567322" y="49036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0B0DF01C-73D5-7F1A-3BCE-036DB2400A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43716" y="27000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1525FD8C-540A-C434-D245-C96D02B0B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39508" y="22839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326B7604-1FFE-B060-1ED5-2692E2DA1E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36583">
                  <a:off x="5595265" y="33424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FD48B98C-EEE8-D60E-27C9-2845074801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519596">
                  <a:off x="6350507" y="1660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E990B07C-6ABC-4026-25C4-4947E4CFD1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00839">
                  <a:off x="5616650" y="48599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4EBDDF7F-0D3D-75B0-C508-1817EEC85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708791" y="15738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FCF35F74-6EDA-C30A-C760-AFF2C3A90E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81177">
                  <a:off x="4144765" y="451022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6B1ECF6D-C135-D2F6-B2D1-9875E2FDE9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1397063">
                <a:off x="4442220" y="3618243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A0FA4B23-701B-E8C1-83C7-BBBE212A81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836583">
              <a:off x="5837740" y="2885604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7A978753-9BDF-06D9-3F80-271C760182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836583">
              <a:off x="5555219" y="3973400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6E8950C3-247C-E7EB-3B27-37107A8853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047500">
              <a:off x="6245386" y="4745602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9F48F22B-02B7-FBB0-6741-AAB57634E7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047500">
              <a:off x="6301686" y="3573659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014AAC18-964D-FD68-A85B-08DB439D9C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0047500">
              <a:off x="6172091" y="2593145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9389403C-7839-0828-9BA9-EACC7B445A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664986">
              <a:off x="7303980" y="3069024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86173982-62CD-79C2-DF85-B427F19E7D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664986">
              <a:off x="4907224" y="3493482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31C5A515-359B-4992-3004-F69D94188E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664986">
              <a:off x="6261017" y="4164778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26E2B6E0-03A9-0E1F-7511-32F73FD0B3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957958">
              <a:off x="6978767" y="4796324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998D844E-411F-17EB-A59A-F7E6390E4A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957958">
              <a:off x="6588046" y="3197503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6182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396487DE-51D8-9C53-B850-E1B2A0CAB89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1D75A8BE-CFA4-B095-79ED-3EA8BC0E8E7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A0279B8E-CC2C-CE26-9E6D-33E72E9E3EE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FA20182D-4713-714F-8432-56F0BA6038F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2DECB4B-8CCE-3147-B9D6-FB46FB36AB2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56682EFF-8875-EC45-BC26-D10878A31B5A}"/>
                      </a:ext>
                    </a:extLst>
                  </p:cNvPr>
                  <p:cNvGrpSpPr/>
                  <p:nvPr/>
                </p:nvGrpSpPr>
                <p:grpSpPr>
                  <a:xfrm>
                    <a:off x="4613832" y="1897575"/>
                    <a:ext cx="3256847" cy="3520425"/>
                    <a:chOff x="3702742" y="152945"/>
                    <a:chExt cx="3256847" cy="352042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D78CC58-47D0-7B41-9178-DEAC4D5D4F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02742" y="152945"/>
                      <a:ext cx="3256847" cy="3520425"/>
                      <a:chOff x="3924593" y="418221"/>
                      <a:chExt cx="3256847" cy="352042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C2FDC922-74A0-8742-A342-37BF42BAFD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27736">
                        <a:off x="4220534" y="8163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5E0978C2-55DB-2F43-A8CF-21EB111E4CC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470908" y="15768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78C86FD-BB84-0947-9229-864A7C3990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09856">
                        <a:off x="6139594" y="186411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FFE29D04-47AE-7843-A63A-34096A24792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23406">
                        <a:off x="5406427" y="14061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9AE357E-DE93-014D-9AAE-427F856FCF6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5239225" y="7505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CEC160C4-CB07-6B43-8996-6BECBBD5CBD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841072" y="208828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F0F93B0-FE04-0940-9889-2697F40552E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458501" y="289679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8EE5113-45FF-774F-BD21-7AC9F8BCEE8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924593" y="22733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FE3A57A-725B-6E48-8B89-9D3A70035E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724870" y="251099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F3C5C237-AD6A-954F-BB84-A7E3C358681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2714598">
                      <a:off x="5904897" y="79765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878A4658-FE6B-BCE5-78C6-DC5347D9AB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6606609" y="2030735"/>
                  <a:ext cx="1440000" cy="644516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F55F796-A047-8576-945D-D2084F98C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4601940" y="45523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86B432A1-0039-441B-9A3E-AAAA022AAF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6262877" y="46362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7BFB3227-EF1A-7242-3865-0B26E54259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4412039" y="33553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16FA826-05E2-F14E-632F-A23CD24EF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29249" y="18181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8C79EE54-5928-84ED-A7B2-FA2372375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45665">
                  <a:off x="7288722" y="21577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588C7DF-A248-E6BE-7222-B5CC3AC1F1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186678">
                  <a:off x="7346384" y="33913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597AC215-9E42-39A0-6DA8-902BB756BD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10939" y="49580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5D1141FB-8E07-BF73-1C0C-2E4D20AC25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62853" y="38220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42891F6-E12B-D88F-3ABA-87ECE3A6E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293218" y="15156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89775901-71E9-193F-F566-FB97C6A324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27429" y="26289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5746B4F-87F5-F4BC-0731-633BA36D95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90104" y="2414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4493B0FE-2B0B-16E9-987E-B558741234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257149" y="49175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79EC3C8-24F4-8634-5493-0F421A1A98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65674" y="26203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E1C868D-B8A9-03A7-3647-C69C9E7BD2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68919" y="45143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03D0C233-261D-61BC-BA92-B5178F577D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23406">
                  <a:off x="5702519" y="42334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734AB0E0-753D-CE80-40DE-D72E8E4E0F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125394">
                  <a:off x="6947518" y="46428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2E1EA6D4-04F8-D0D6-79C2-37400AF4A1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283961" y="17100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81C25609-9B51-18F7-751A-27A08FE435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23406">
                  <a:off x="4635182" y="269701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FB0798D5-849B-94BD-3541-89783EE629D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8776791">
                <a:off x="7128723" y="4102775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D5F0415C-3BB0-EAAD-45BC-D1024ABD84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470600" y="2478495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B1FE19C6-32F8-5E9C-8F5C-9DF6503755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67520">
              <a:off x="7459407" y="3814590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88F73D8C-238D-A226-EF92-046EA0A9AA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67520">
              <a:off x="6329126" y="3403440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17CC2115-75D1-CF57-A7FC-14FEF2FA19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67520">
              <a:off x="5023909" y="3283149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2AA9B524-C4ED-6BAF-82DF-651977CB8B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67520">
              <a:off x="5462290" y="2050929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2D5152B3-63C2-ACF5-8AD6-E7EE0B2E53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67520">
              <a:off x="7008804" y="2877589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00DF25F5-AAD0-BBAE-EDF3-3E8F0B483F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742623" y="4792682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CD0B0888-1E26-15C7-EB8F-5AA7BCE12A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303448" y="3057969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4A14E369-6E2E-4100-9313-E8342671CA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5800563" y="2426311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E9924E7C-D1C6-C62B-86AB-A028BAD0BF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898756" y="1490349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1442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EDC1AEE1-0552-F283-F6F4-088074F7ABCA}"/>
              </a:ext>
            </a:extLst>
          </p:cNvPr>
          <p:cNvGrpSpPr/>
          <p:nvPr/>
        </p:nvGrpSpPr>
        <p:grpSpPr>
          <a:xfrm>
            <a:off x="4336128" y="1440000"/>
            <a:ext cx="4320000" cy="4320000"/>
            <a:chOff x="4336128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6F6E2BCA-98DD-E295-16D8-55DEDAF24515}"/>
                </a:ext>
              </a:extLst>
            </p:cNvPr>
            <p:cNvGrpSpPr/>
            <p:nvPr/>
          </p:nvGrpSpPr>
          <p:grpSpPr>
            <a:xfrm>
              <a:off x="4336128" y="1440000"/>
              <a:ext cx="4320000" cy="4320000"/>
              <a:chOff x="4336128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66A2A421-4425-83C6-9A02-312BA57A6A20}"/>
                  </a:ext>
                </a:extLst>
              </p:cNvPr>
              <p:cNvGrpSpPr/>
              <p:nvPr/>
            </p:nvGrpSpPr>
            <p:grpSpPr>
              <a:xfrm>
                <a:off x="4336128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1716E5B5-9E23-E041-9166-AE2B5A7577C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FA8C6C7B-2A8C-5A4B-99AC-DC82E2F6B4F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2E4D0FBB-B0C9-EF4D-8CA2-351BC61C33BD}"/>
                      </a:ext>
                    </a:extLst>
                  </p:cNvPr>
                  <p:cNvGrpSpPr/>
                  <p:nvPr/>
                </p:nvGrpSpPr>
                <p:grpSpPr>
                  <a:xfrm>
                    <a:off x="5023870" y="2107947"/>
                    <a:ext cx="2912259" cy="2984106"/>
                    <a:chOff x="7591760" y="364230"/>
                    <a:chExt cx="2912259" cy="2984106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C28FCE6D-5394-8140-9F1B-14461C3CA1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91760" y="364230"/>
                      <a:ext cx="2912259" cy="2984106"/>
                      <a:chOff x="7799647" y="1184222"/>
                      <a:chExt cx="2912259" cy="298410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23B90AF-6CB3-2C47-B79C-7370B19D9BB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230593" y="17427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EB6FE78-948C-CD41-A03A-3FC8A7A4CB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69081">
                        <a:off x="7952630" y="21687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2A8F00B6-6EC6-E34C-B0E4-0AC7C39F6BB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626074" y="17829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5D865937-E70E-174A-99C3-BAC9AF1BC1B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116837" y="304285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391D9E9-09A4-BD43-80C3-B28DD9CDFE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271906" y="22422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9102C47-3864-EB43-BA1F-67F3853AA6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644816">
                        <a:off x="8976124" y="138633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11427B79-A5F5-2842-AF26-CB9D5239B76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799647" y="1184222"/>
                        <a:ext cx="1440000" cy="681109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AF3D9D80-807C-C942-86E5-E13E3B1C025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87405">
                        <a:off x="9520002" y="312648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D8EC6D4-6CFD-ED40-8A7B-C8ED35915A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25312">
                        <a:off x="7627848" y="26711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C27A9317-F80D-1B42-9FD9-AE5CF9BF5C7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7895984">
                      <a:off x="8789349" y="226299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AE8B46AA-B26A-8B3B-21B4-80BF0F757B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96000" y="47126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C10EBF82-6CDC-E8B7-31EF-33A7139958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887216" y="44234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095944F4-7AB0-C4BC-E027-8F3973BEE9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02938">
                  <a:off x="7229529" y="33972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AC7722A9-2B15-C94F-330F-B44B12A3D3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145753" y="18377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C8939509-E6A8-DC89-EDF3-9C8DEB373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79615">
                  <a:off x="4342526" y="33048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62E79F44-2063-6B5A-0A0E-7125EC5E89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94976">
                  <a:off x="4551053" y="26978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4B84A25A-5051-4DAA-6613-DA2C6E05F0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69081">
                  <a:off x="5732781" y="18337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C719A2B1-B906-72A0-C28F-4EAE34FC7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69081">
                  <a:off x="7046949" y="44232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5ACB7DD8-B9B4-87A8-055D-227D5B6C45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870560" y="48384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898387DE-972D-6E39-E537-5434F80D6F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383145" y="16062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1187C9B-4834-473F-9EF4-6926AB18C6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93621">
                  <a:off x="4295026" y="21544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80F016A1-735C-10AE-B7F7-43E2FE5AEB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46784" y="41451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AC5C4420-5B67-DEC9-5703-E25DF5256C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364306" y="48250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E910FD6A-0B60-92CE-3C75-327D2757DD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726009" y="40084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9D80AEFC-C6D6-BD80-4867-D97F7E04AC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518001" y="24392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AAD9C94-4DC1-6868-D936-0C7F97E657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362528" y="50352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C5EC8B3-0082-57EE-0923-36093FC279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88502" y="48233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B81D65F4-751F-891E-1841-A83F4DB905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287298" y="35290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AA3A8B8E-0111-44E4-21DE-42C5D6B7B9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490040" y="160293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4743AB38-8E60-CA19-815F-1E7D6E5F35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8461249">
                <a:off x="6162661" y="2818449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7DFF1447-CBBC-5B61-F081-7CA15B12FD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169081">
              <a:off x="5522981" y="3408004"/>
              <a:ext cx="1440000" cy="643693"/>
            </a:xfrm>
            <a:prstGeom prst="rect">
              <a:avLst/>
            </a:prstGeom>
          </p:spPr>
        </p:pic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661E6336-6A2E-4F8E-2C70-009C2F17C3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169081">
              <a:off x="6407932" y="2464695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63CC69C2-CBB9-17B1-72CE-8436B0175F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169081">
              <a:off x="4832416" y="2376807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B044A879-6EC1-E3C1-A808-79324DEE08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21634">
              <a:off x="7429530" y="3980071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1672476D-8B8A-66EB-CFB9-A0FB9632C5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21634">
              <a:off x="5325978" y="4346598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6084F1DD-FDF3-4528-E8E7-720D8202F2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21634">
              <a:off x="5783026" y="2809456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79E7F69A-D72E-70F1-DFA5-6B990CC414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21634">
              <a:off x="6919971" y="2061856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E5D8C846-18C9-2F87-C4AA-6A3285479A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21634">
              <a:off x="4459150" y="4424504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5207979D-E03A-4F46-AF7B-A9983F06E7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174471">
              <a:off x="7417323" y="3075287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0F4B2EC9-1E90-D435-A79F-3E7DD07610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174471">
              <a:off x="4827311" y="3170842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5764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C6BF2E4F-9FAF-B49B-296E-D74AE59F1E5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F912A155-822C-BB9B-21D4-865886B9AD7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2831A467-3BCB-76D6-3D26-98DF9F2C8F6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C8AAB703-422A-8C49-97E5-558F8E6A2DD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06A835E-64CD-FF44-AF7B-A4972B285E9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D29AE545-0B40-0247-8FBE-2DF1116B6B24}"/>
                      </a:ext>
                    </a:extLst>
                  </p:cNvPr>
                  <p:cNvGrpSpPr/>
                  <p:nvPr/>
                </p:nvGrpSpPr>
                <p:grpSpPr>
                  <a:xfrm>
                    <a:off x="4709926" y="1915005"/>
                    <a:ext cx="3540148" cy="3369989"/>
                    <a:chOff x="1274143" y="3430718"/>
                    <a:chExt cx="3540148" cy="3369989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D7AEFF4C-2636-8349-9BE0-56EC47496E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74143" y="3430718"/>
                      <a:ext cx="3540148" cy="3369989"/>
                      <a:chOff x="1216758" y="3215405"/>
                      <a:chExt cx="3540148" cy="336998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7989CAD-B665-844E-9CDB-AEF9BB0E34D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584734">
                        <a:off x="3316906" y="459523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67B4C87-D996-C849-BD0E-7D701A544DD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216758" y="383884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906D4F6-760A-9F4C-962D-B2E7070C62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918962" y="489590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4757730C-0C67-FA4B-B34E-EAD95E10B4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882564" y="37845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97252375-302A-0442-8400-F93892271D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31899">
                        <a:off x="2066617" y="554354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A317B9A1-48F3-4844-9E89-ACF1B479E44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44214">
                        <a:off x="1614139" y="47005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D1813E43-DE02-F84B-B0AA-A26B82963E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15501">
                        <a:off x="1505868" y="534788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D5FDBA4-FC05-DC49-904E-EDF077B978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300973" y="36135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65943247-AEF9-6441-980C-19866EFFC6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271347" y="550641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21F08931-1E68-C54B-868D-4073EDB5ACD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0800000">
                      <a:off x="2862048" y="4136939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7850E8A7-D6F1-EEBC-CDCD-7454404A7B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167643" y="36340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8CD00F2C-04AA-17B6-DEA7-251AFFE8A5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224688" y="44054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C1F21600-ECE9-49F6-EA52-AA2317FE10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736769" y="46740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F785E7A-B150-26F0-077D-F635BD71FB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013977" y="18237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70471017-A9B0-5EEA-ED43-7D4D14030B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88006" y="15046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792080A7-EB44-B500-85AF-93921CFE04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467086">
                  <a:off x="4365505" y="40667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E791E92-113C-2822-B0B3-594AEF6C02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466054" y="29207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379C603C-930C-F9C5-B6E4-8AFFDB47A9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834123">
                  <a:off x="7216344" y="20272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A188E835-76B2-117D-A861-48A810C34D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924359" y="49731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B60ED82C-1118-A2F3-7FB9-7FEC161200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68284">
                  <a:off x="6884004" y="47753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F06DAA61-D138-4ACD-C67F-C466863BE3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00574" y="3114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8F3DE40-ADC8-449E-E923-C79328A8FC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054723">
                  <a:off x="5356987" y="18887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42AD6D5F-6325-9287-B267-712CB5E450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82535" y="28992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4187C20A-C202-C2E9-CF5E-C1522B48C9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328529" y="4554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3E90B65D-F321-E54B-BA14-F795610925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622177">
                  <a:off x="6730376" y="17245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71BC1364-49CA-80DE-7C93-55351635F4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82193" y="22075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1F49107A-8190-3C2C-31A6-F506DED222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86964" y="42590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BD9D69DD-D63F-1EE2-2010-86789ACAA4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868682" y="25293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7CDA9495-460E-A9A1-9AAC-6F65F492FE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26974" y="442839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C6CD6164-12AD-299F-BFFE-920F3C2163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4978392">
                <a:off x="5260687" y="3780860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9ACB1D2B-4846-9DB4-D4B3-185058D7EA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7533286" y="3235900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DB4367B6-148D-9E75-3A53-CC565D37E8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066314" y="2408272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F3A38C0B-3028-FEBF-95F1-D1C94F0051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171640" y="4004776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F4D88666-9BE2-C844-F583-9FE5467ED0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829224" y="1981777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5FD1707F-6D21-14EF-31D2-8E478D348E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100151" y="2719413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227C7A36-DDFB-E3D9-9F8A-AE9FFC96AD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168678" y="3267738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FCE7FC6A-4363-AF56-A912-8434CBBF17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780864" y="3668499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4CF59E22-2ADA-F722-0378-AB1F44F4FD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594250" y="3708395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5F5F6711-9936-DAC0-49B7-558B9D7422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75798">
              <a:off x="5321355" y="1643496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606AE687-60A9-31D8-823F-98E0C8B569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85433">
              <a:off x="6318056" y="4836844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1892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E83645C3-F5FF-A20B-D05A-C363743648C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31C4D9F4-CFC5-1B13-BA14-23161CA1AFD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323B9845-3F12-183D-0C83-DFBE80217FB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F922708D-2166-884C-B638-0F0FBF36B6B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0FF4664F-2829-EA4E-9F04-421613F353BD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92DF2A7C-7A4F-F848-B975-2530DB71A11F}"/>
                      </a:ext>
                    </a:extLst>
                  </p:cNvPr>
                  <p:cNvGrpSpPr/>
                  <p:nvPr/>
                </p:nvGrpSpPr>
                <p:grpSpPr>
                  <a:xfrm>
                    <a:off x="4689003" y="1915065"/>
                    <a:ext cx="3581994" cy="3369869"/>
                    <a:chOff x="5652794" y="3496067"/>
                    <a:chExt cx="3581994" cy="3369869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B370978B-BCCD-FC49-B072-DC0870B031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52794" y="3496067"/>
                      <a:ext cx="3411631" cy="3369869"/>
                      <a:chOff x="5523178" y="3335948"/>
                      <a:chExt cx="3411631" cy="3369869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C6A813B7-DB43-9A40-88F1-6BDC76B02A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523178" y="3479485"/>
                        <a:ext cx="3411631" cy="3226332"/>
                        <a:chOff x="7131321" y="3660335"/>
                        <a:chExt cx="3411631" cy="3226332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2FD634F4-4671-F041-BED4-55C34D5BAD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524744" y="48640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B3BE15FC-6742-D74D-BCA6-33395177234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8433327" y="528206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AE6DFE04-9EBA-6644-9EDD-2730AC70D79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637921">
                          <a:off x="7131321" y="405473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5FB262E7-F06B-8248-AF41-AFD20B0C36B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431808">
                          <a:off x="9042402" y="499390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8EB37AD5-6AED-1B46-8B1C-F95758EA264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3203696">
                          <a:off x="7329678" y="56891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93663559-E1E8-9040-A895-3F8D4408DBB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9102952" y="446484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C2EDFB85-22AB-E643-85E8-7E64664AD0B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111419" y="584482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31BF52EF-C56E-4B4A-84F6-21604991112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163884" y="405848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27D42214-1CCF-A849-8C78-D68E7C5467C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34792">
                        <a:off x="6958128" y="37341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DFA5F321-F3E5-3546-9B0B-8BBB78D45EB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291953">
                      <a:off x="7794788" y="5685890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4D006818-4395-6C52-AABC-0A4F51207E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399719" y="18771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EF9F12A1-7D74-B92C-F219-8E808FB871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00276" y="46036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65FE99DD-F516-610D-7142-A45E910567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15550" y="47743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86DF8B4-7D84-C029-A527-C897067AF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131402">
                  <a:off x="7212652" y="3606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EC8910A7-C8C2-C157-4F1A-82028CF653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31808">
                  <a:off x="5032979" y="47519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FDD9AB83-175C-2556-434C-D21207E6D4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37225">
                  <a:off x="4352587" y="34466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DD2B4EA0-CD88-CD0B-ED20-4553870FE6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84312">
                  <a:off x="6403132" y="16277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170D63BC-C511-6685-F934-8C60CE9F21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1110">
                  <a:off x="4558563" y="19820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5A7862E-DCCC-416C-E202-3BCE2ACA85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65763">
                  <a:off x="7239420" y="27134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EFF6F6AE-3BE5-666C-E621-DE8052421A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51179" y="35289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F9922270-828E-3B3B-188F-8328E73BED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01248" y="24025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7420661-C492-AC6B-4F07-E62A6BB1F3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86162">
                  <a:off x="7066719" y="17407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4AFB3961-D6AA-06E4-2159-9D1EB4230A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85379" y="43361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CB60BE5-FB24-6BF5-B5EE-A8069DD1F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84799" y="4117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88C0C9AE-CE29-ADB2-BFEB-F759C8F5DA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94663">
                  <a:off x="5676321" y="18216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2F852359-6850-2A9C-1DD7-3CB7BA5F0B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46703">
                  <a:off x="5910301" y="48592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6BBD028-EA33-5072-C1F5-A48A6C6967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950059">
                  <a:off x="7018908" y="47887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CEC0AAC1-3B74-CFB1-C7FC-1E5470C46F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73622">
                  <a:off x="4657070" y="48938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0AC44BD6-F89B-50B2-E39C-5D2C4A5A09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41852" y="291194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5891D424-C99E-D1E2-CADE-464D3B08DE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031788">
                <a:off x="6778516" y="2322998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E8C624C3-078B-9B6C-4564-D9CEA151FE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03696">
              <a:off x="5273601" y="2996148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2E0A19DA-834F-E547-0009-88AB81D029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03696">
              <a:off x="6926231" y="3150953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FD8A3499-0726-FB2A-E697-563E3917EB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03696">
              <a:off x="6507705" y="4054971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D2DC2990-4F5D-1950-86B8-C513D28288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564996">
              <a:off x="4281043" y="3013963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ED374F7F-290C-D392-3A37-C64464E55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564996">
              <a:off x="4706826" y="4434964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66EC3CF9-DD9E-334F-EAED-A62312DE64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564996">
              <a:off x="5143613" y="2446760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8DEADAC5-983E-1BC3-3341-EDEB944FD4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035703" y="3760148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EE2207B2-2E8B-76E4-8267-EF339B72A0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171856" y="3515374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005928D7-F4D7-B682-6B2C-A597072135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178068" y="2015022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F2FE1172-8360-C6AE-5E35-C9CAC2444D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269301" y="2190888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7023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F40D5AB7-716C-F977-BB3E-EE933EFC944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690FF7EB-B3BC-3AFB-EB81-C6CC7218A6A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33CD3717-925C-3827-C1D4-C70B2708FD15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C45A2034-F98D-1A40-B506-37E1C7029CE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AA7D12E0-0596-0B4A-A77B-C4A4F5214EE3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55C7DF2-D264-6A4B-B7F3-A69052A3F9C3}"/>
                      </a:ext>
                    </a:extLst>
                  </p:cNvPr>
                  <p:cNvGrpSpPr/>
                  <p:nvPr/>
                </p:nvGrpSpPr>
                <p:grpSpPr>
                  <a:xfrm>
                    <a:off x="4889378" y="1930999"/>
                    <a:ext cx="3181244" cy="3338001"/>
                    <a:chOff x="906562" y="137607"/>
                    <a:chExt cx="3181244" cy="3338001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6F9E9F17-C578-0240-B1D0-EC94733C1D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6562" y="137607"/>
                      <a:ext cx="3181244" cy="3338001"/>
                      <a:chOff x="260309" y="38898"/>
                      <a:chExt cx="3181244" cy="3338001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36C9391-B570-8240-AB88-E2A84BAA28C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740448" y="23350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25D9441-C800-3B41-8611-D56F897F40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027686">
                        <a:off x="1246329" y="9502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B3850008-7C5C-BE4C-8EEF-0994DFB75B2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001553" y="13830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B9F5256C-E279-904D-AD25-CD19795C1C9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275657">
                        <a:off x="106374" y="4370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863ED47A-2E6C-024D-B7A0-5C9F719885E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105839" y="180231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4F74BF7-A40A-9845-A4B4-A22F6F29CC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354677">
                        <a:off x="-121122" y="162841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92B0286-2635-1E4A-AC66-239F5DFF1C0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189006">
                        <a:off x="467952" y="538133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AFC2C28-621F-384D-8F5F-2FA18F3790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48871">
                        <a:off x="260309" y="248857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C6106588-04AD-C949-A3FD-420A8CA451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990029" flipV="1">
                        <a:off x="304181" y="118056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00C00A40-8D65-3647-AAF9-6C92F2900E7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0800000">
                      <a:off x="2442745" y="42879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9E45BB29-0DAE-6259-FD36-B5F640866A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7686">
                  <a:off x="5688862" y="43776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749B8772-1F75-C78B-33A6-D8CBF904E0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49972">
                  <a:off x="5180491" y="17317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80E9D8E-39F6-4944-774A-45C0CBE22B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739766">
                  <a:off x="7371880" y="28493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5DFF7667-23DD-4663-1880-A5362CECDB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666">
                  <a:off x="7080543" y="46668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DC50F8BA-EB09-1078-2025-BC93FFFD40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219093">
                  <a:off x="4615308" y="47101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A47A3142-EDA0-5EDA-45DC-FED4120CFC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90029" flipV="1">
                  <a:off x="7039980" y="20677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2FB47899-053E-6482-512B-11CBE2E94E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90029" flipV="1">
                  <a:off x="5856236" y="19208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B9031D2D-E393-BF50-1758-0760028247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641985" flipV="1">
                  <a:off x="5270307" y="47310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C440A55D-2A2D-5217-4AD2-7EC89D4705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198429" flipV="1">
                  <a:off x="4328201" y="27494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D638ADBC-DEB5-7184-2EB1-585C5FEA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7390652" y="36913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91ECDD8-721D-046E-02D4-9F7867AC85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145560" y="33392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62CB0860-049F-9209-E9CC-AEF799BF84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20633" y="19097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9EA79B8-B8C3-2DAE-D724-487B1C09AE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025159" y="31715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D966B73D-BD0F-E680-CD75-0C239CC770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1170">
                  <a:off x="6074189" y="47101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852F7E70-CF26-C3CB-4FD4-2C03ED9FA9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29144" y="31299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1E46531B-CDF3-8456-34FA-B8DE506224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832152" y="18749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CC140710-7E4A-BF40-E899-F97A6B885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97477">
                  <a:off x="5778786" y="17961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1776B3D-4C99-1E61-2481-08D056632F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799265" y="38688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6155E45C-AD2F-2A6B-4DBB-2EA4E6D774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81692" y="407704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232FEF47-F35F-58DA-2056-41CCEE87DF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0361578">
                <a:off x="5095348" y="3928035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087CDFBA-3A95-8AF2-AFD3-EB5CA39016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1170">
              <a:off x="6683278" y="2840884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AE00428D-D318-A1B4-FEB2-3EAD77BD72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1170">
              <a:off x="5021074" y="2926492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EDEC5D79-8465-13F7-F92B-397BDA1C1A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1170">
              <a:off x="6411661" y="3811931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C055CDB3-3F7B-0B5A-DBA1-A70FB815CF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1170">
              <a:off x="5527172" y="3811930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D0773C4D-FD87-5CB6-59E7-E29BB0096A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96907">
              <a:off x="4309439" y="4517975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18977170-796E-5553-FA9B-C4CC366C9C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96907">
              <a:off x="5657367" y="2521163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59FE3507-DEFE-26F7-AB52-53B47BEA86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296907">
              <a:off x="4743386" y="3619899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7EFBC884-7CF9-1AC3-7263-FAFFCD0325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036706">
              <a:off x="6494691" y="4787826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7C866A12-9FFE-28A8-4D41-4F30FBEF3C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036706">
              <a:off x="6531109" y="1739986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86CC90E7-11D3-D1DD-542D-9265C0BE72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772444">
              <a:off x="4186060" y="2361435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4283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4EB37CC3-EC29-BE9E-BEA4-C303AB11AC74}"/>
              </a:ext>
            </a:extLst>
          </p:cNvPr>
          <p:cNvGrpSpPr/>
          <p:nvPr/>
        </p:nvGrpSpPr>
        <p:grpSpPr>
          <a:xfrm>
            <a:off x="4320000" y="1440000"/>
            <a:ext cx="4453846" cy="4320000"/>
            <a:chOff x="4320000" y="1440000"/>
            <a:chExt cx="4453846" cy="432000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074274FF-702A-C8BC-4994-3AD85BACD459}"/>
                </a:ext>
              </a:extLst>
            </p:cNvPr>
            <p:cNvGrpSpPr/>
            <p:nvPr/>
          </p:nvGrpSpPr>
          <p:grpSpPr>
            <a:xfrm>
              <a:off x="4320000" y="1440000"/>
              <a:ext cx="4453846" cy="4320000"/>
              <a:chOff x="4320000" y="1440000"/>
              <a:chExt cx="4453846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FD652452-87EA-1C88-AAD9-7BD70E33900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453846" cy="4320000"/>
                <a:chOff x="4320000" y="1440000"/>
                <a:chExt cx="4453846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467AA320-14D8-4F48-ACE6-EBFC5C5F014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81928C08-A77A-5845-B3D8-D4739CAEF0D0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EB37CCBB-520E-5348-A41C-7312DA1FB2BA}"/>
                      </a:ext>
                    </a:extLst>
                  </p:cNvPr>
                  <p:cNvGrpSpPr/>
                  <p:nvPr/>
                </p:nvGrpSpPr>
                <p:grpSpPr>
                  <a:xfrm>
                    <a:off x="4825514" y="1923282"/>
                    <a:ext cx="3308972" cy="3353435"/>
                    <a:chOff x="4104695" y="150505"/>
                    <a:chExt cx="3308972" cy="335343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5E823FA-38F0-0B4C-92F0-839BC0C5A8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04695" y="150505"/>
                      <a:ext cx="3308972" cy="3215123"/>
                      <a:chOff x="4206604" y="392578"/>
                      <a:chExt cx="3308972" cy="321512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42A4F8B0-A362-594B-87CC-A11D6EAA1F6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62616">
                        <a:off x="4618301" y="89372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44A4352-87A5-3349-A75B-0544D243F1B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5581666" y="228451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4A0AB89-E826-9B48-88FA-1EF7644DDC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58259">
                        <a:off x="4267158" y="15765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312A6BB9-AC48-B940-97C5-D719498390F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6075576" y="210593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EF8A826-3131-524A-9B5E-93C2AC3EFC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6075575" y="7907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C02F28DE-B3B4-394A-A649-9E7D02CB727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082429" y="25658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991F2D1B-EB73-0E47-9C2A-A3F6D1E4647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187670">
                        <a:off x="4869664" y="22707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58B124B0-CB51-DA4D-A7AE-1E5182A1C0E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700706" y="11361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49539F72-641F-8F4D-9F49-301E714314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982209">
                        <a:off x="4206604" y="10780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EBEE2832-DB0E-EC46-910D-B34B8033281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6200000">
                      <a:off x="5805272" y="2460344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EA1C50AF-BC09-7D8E-7864-CAD30705E7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6737830" y="30100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ED62D33-9975-7BB9-78EE-9A9B11A672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5952121" y="19651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12CF50B9-E301-7AB6-2548-F5C78BF393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5353234" y="41937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9A85E93-5B7A-B0B7-2BF5-01B1957D33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6460466" y="45590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53FB0071-B8E6-E9A0-3EA0-31ECD4AF1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97919" y="15988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D9DB9D52-BF5F-42AB-4595-12DBF18ADF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38949" y="28578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9025CBB-1A62-1CC2-16E0-CB43003434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322933" y="31901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FD442335-A418-23EB-584E-CBE2F1D3AC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39596" y="29281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6C750360-2CA7-18B2-E54C-38B56AFA4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335648" y="42187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D63B2481-B065-D91D-5780-D7BECC9E16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62073">
                  <a:off x="5637227" y="47742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DC00C86-1C44-6AF4-8389-77650B828F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92922">
                  <a:off x="4903756" y="46131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687AD51E-F87B-E82C-1F1F-673E5D60A4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7333846" y="32174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50847147-1528-C7FF-7897-635E02D3FA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5695525" y="34207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FBDE7BBD-C563-8303-4441-302BD16A8C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88347" y="26431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8DB8A181-7B44-FA31-18D4-4FD2FFF83B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4908882" y="35183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1BF3A18-467F-A025-D110-3C0D59ADFF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5861659" y="41411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9E2C7416-B456-283A-396D-6C1E4CE5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100764">
                  <a:off x="4334871" y="33826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BD700200-5646-AEFA-432B-01ED85B6C4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7083893" y="47131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D067043F-BD62-57AA-716C-62463E631C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09372">
                  <a:off x="5221982" y="17092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28E0AD77-AF40-810C-0078-2B0522C164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4773368">
                <a:off x="6818451" y="281847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B5BF8603-68DC-AE51-A1D9-C1AE97642E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901363" y="2806399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EA3546EB-58F7-C99E-DA17-992EAAEEE3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852496" y="4285516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6BBDEB96-0F3E-ECC5-5709-91020EAE8F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6818451" y="1630165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8C621FFD-01B9-68EA-62D1-C368CEBA26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688400">
              <a:off x="4173218" y="2125148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7921793C-B07A-570C-FAE0-D4A1CD5852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688400">
              <a:off x="4238378" y="4542431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05796069-281A-9C7B-F366-5D675F238F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688400">
              <a:off x="7340316" y="3999053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B161F8B8-1AE0-2BC5-B04B-339006B37E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151100">
              <a:off x="6095407" y="1703860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FA29A8C8-250F-DC2E-AA4D-A1BEFD552E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151100">
              <a:off x="5975448" y="2623622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49B73D04-50A6-C6C3-25FA-C1408680A2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151100">
              <a:off x="5478123" y="4911833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60A77645-023C-5952-A80F-44D78358DB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196857">
              <a:off x="4263595" y="2601877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9294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CD9A58C1-F153-D914-983F-E3452887778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59AB022D-214B-350F-314B-BB243CD710A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DE0DB671-549B-3FD5-EBC8-CCF5F1997C5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9316A3AF-D535-FC46-8676-268CDAF5D2F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611E174-5187-5B46-8172-1711A06DA982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F40D41E-1D7B-6E44-B0D3-B3CC84E5B449}"/>
                      </a:ext>
                    </a:extLst>
                  </p:cNvPr>
                  <p:cNvGrpSpPr/>
                  <p:nvPr/>
                </p:nvGrpSpPr>
                <p:grpSpPr>
                  <a:xfrm>
                    <a:off x="4747281" y="2189356"/>
                    <a:ext cx="3465437" cy="2821287"/>
                    <a:chOff x="7242545" y="352182"/>
                    <a:chExt cx="3465437" cy="2821287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F89EF6D1-7AB7-D64D-9F4B-96D5C70D5A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242545" y="352182"/>
                      <a:ext cx="3465437" cy="2821287"/>
                      <a:chOff x="7502026" y="1159824"/>
                      <a:chExt cx="3465437" cy="2821287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43573665-3836-AA47-B74E-93ABA15DF3B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626556" y="274837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5D88328-9C23-0F43-AD3A-23F7EE3029E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502026" y="12410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10062C8-0717-2D40-936A-5A6695F0F5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926769">
                        <a:off x="9077369" y="15727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2C221FC6-8266-DB47-B968-F987BC57D10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635544">
                        <a:off x="8076168" y="15464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06E3134-4FD9-B14D-896A-9E95317BD2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52261">
                        <a:off x="9527463" y="333741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D472870-E8DD-4D42-8074-3CDC86CBB82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488419" y="11598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99030D7E-F8EE-3143-933E-F0AF389B34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29561">
                        <a:off x="7812662" y="22925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F624ED39-1C34-4744-AC70-89DAEBB1A97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283305">
                        <a:off x="8173965" y="31047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C43F499-90B1-BA44-ABAC-28E80DE7CB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8892870" y="28078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95F8A72B-0328-E146-AA4B-1A61710C213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2552182">
                      <a:off x="9197553" y="1403078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CA9E35E3-C609-8546-763E-AD7FD0086D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6851243" y="28475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68F32CFF-28D7-9887-748E-C052E4AF21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5792166" y="22862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21B1D388-A094-9F5A-BD61-751AAB23A1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5113208" y="44674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989A0466-9E07-697B-7508-FDE55FDB32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6894654" y="38069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4A78B7C5-672D-A32F-8A87-507C616AAF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46710" y="47414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B94CECA0-44FE-71FA-FB1E-F5CFE6D01C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26951" y="31843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F04189D6-8DA7-E887-8F8E-575EF15251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23688">
                  <a:off x="7291658" y="33902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2E304FDA-4DDD-2561-B83B-25994CC313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221625" y="31341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D9A005D-6D6B-C070-796D-865EFA89BA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86737" y="36488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F813DAA0-4AF4-9344-9DD0-96DEA6F379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84913">
                  <a:off x="7349666" y="46324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5BD6A094-94B6-9CC1-3170-B7762CEC7C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440644" y="1789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D343CBCA-D308-0C3A-F791-B99F90CE0E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57341">
                  <a:off x="6453962" y="1903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71FF4C8F-F896-07B3-303C-A5CF844D59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57341">
                  <a:off x="4481839" y="2448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D4B57891-FD57-7FB2-1C8F-A43E5A77CB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14212">
                  <a:off x="7436089" y="27438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4ACF0733-E41B-F436-322D-A0C81FDC0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9777">
                  <a:off x="5586871" y="28969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3B10788A-7479-0D0A-809E-E93D568465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9777">
                  <a:off x="7183071" y="38893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BCA5A200-1B24-7655-2B0B-844934EA07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9777">
                  <a:off x="6081902" y="40627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DD4B2213-F1A2-C340-85F3-FFFEE55C7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56943">
                  <a:off x="4177335" y="35584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FAEB6D90-1DEB-6654-5C7C-C70B752219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9777">
                  <a:off x="5255361" y="466768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E5D4B7B9-F087-20D6-DD7A-E81BCCFA3F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>
                <a:off x="4503272" y="4487016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DCC21DBF-9282-A65A-D542-ED76E1E1FB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29561">
              <a:off x="7045227" y="1935028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86C00E36-877F-2BBC-5CC5-27C47DEC85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29561">
              <a:off x="4973973" y="2887641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50219290-9BC9-8DC9-78F7-77E288D0F2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29561">
              <a:off x="6257795" y="3550228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0C921AAE-055A-B54F-7A44-96DD23C2CD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29561">
              <a:off x="5753740" y="1886529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2F0D5878-FDD1-F379-B792-C6929EF2E8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729561">
              <a:off x="4537908" y="1981328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4DB52A22-DB10-E578-9259-4DCCCFFE8B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109064">
              <a:off x="4068851" y="4150717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A9D62389-F6CD-D013-0303-D3C00BC508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109064">
              <a:off x="7167414" y="2501847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2E4CB6FD-229F-B26F-1FF0-8F9D870860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114190" y="2971895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5AD0F834-9809-B1BB-512F-0878FA2BFE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005538" y="3657775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DF069FE0-FF05-E914-83E1-FDD761D62E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427320">
              <a:off x="5035785" y="1693552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7921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1F8056D4-2573-0DAF-3E45-47DDE435C69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3420DEEA-206E-9011-F2A8-897FC1A06155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32FB035A-CFFF-3352-3C21-E3A04937E7E5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B3065D46-90CB-DB47-BA13-B6626E7F9E4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6A646C28-C96D-9741-B7DD-664C7F5D4729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476A60E1-F010-1D42-B84F-FBD12D1F565D}"/>
                      </a:ext>
                    </a:extLst>
                  </p:cNvPr>
                  <p:cNvGrpSpPr/>
                  <p:nvPr/>
                </p:nvGrpSpPr>
                <p:grpSpPr>
                  <a:xfrm>
                    <a:off x="4904233" y="1952221"/>
                    <a:ext cx="3151533" cy="3295557"/>
                    <a:chOff x="1670434" y="3209740"/>
                    <a:chExt cx="3151533" cy="3295557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47DECF8A-4DFE-5A49-ADC2-60A4C91208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70434" y="3209740"/>
                      <a:ext cx="3151533" cy="3295557"/>
                      <a:chOff x="1420566" y="3075011"/>
                      <a:chExt cx="3151533" cy="3295557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248240AE-D6DD-7C41-BCF8-32E242AE7CE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432192" y="34731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2B791DE-1942-F549-A289-6C234173DA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330949">
                        <a:off x="1259659" y="532872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823A967E-3657-1040-95F8-E0A759854FE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2021101" y="37125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97DC5FA-53D0-6A4B-9B8D-4C61750E9A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376688">
                        <a:off x="3146701" y="36183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AE6E1884-D82C-844D-AF40-23CBD417DAE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519079">
                        <a:off x="1420566" y="43542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379CF38-3735-3546-A005-1C25D1E925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132099" y="54557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15A7181-F45C-BF4B-AAE1-27DD8448E69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666005" y="48611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EE7111E7-2F3B-AA46-B352-1E1A551C920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302260" y="433874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C8C9DC7C-CCB8-1848-ACC2-78B50731CA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408197" y="55354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3FC8C586-1F3E-5149-9E6D-760521A224D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3293187" y="4884510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45DD65EA-11E1-CE68-FCD0-3368720B82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98759" y="37918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F6143801-8929-E6E1-708E-864275502D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262839" y="41436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102F8401-06D8-10FB-0639-8404C10613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598974" y="3434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DDD3214-084B-6FB1-0073-4F26990565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745869" y="36719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0E93515-4EFD-6CD0-A205-6F12566CA5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7048335" y="26468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78C5164-6317-3F3E-8EE2-8BA8B33BB6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6160082" y="28430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DFD41100-2155-288D-9BD7-D2E05620A1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5868871" y="3537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8A98168F-64BF-ADDA-6C18-D960F6D123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4497594" y="27906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3A26BCE-1184-D459-8817-7174F6D692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76444">
                  <a:off x="5984387" y="20711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7E70E6D0-FE96-49DE-E377-253C094B4F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50684">
                  <a:off x="5148655" y="46980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51C913D4-92D2-B7AC-719B-771DECF81C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50684">
                  <a:off x="7003183" y="43064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05BF67B-C227-3173-6B78-19C852652D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50684">
                  <a:off x="6079091" y="46349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0B93EB25-9487-722D-E329-C7DC7B2AAE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50684">
                  <a:off x="5175325" y="22444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8042D315-7589-9E4B-8465-79114D25A8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38793">
                  <a:off x="4279309" y="38867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AEA230F7-4A10-3A4C-6697-09CAA8A49D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3549">
                  <a:off x="6972324" y="22917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25880CD8-DE30-0355-F7C2-819D60C6E0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3549">
                  <a:off x="4943982" y="20554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F82FEC3-C6CE-C451-FCF8-A7A22E8475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3549">
                  <a:off x="5578181" y="31933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FC3BDFD8-A7A1-514B-A68A-F3A1DBBA05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3549">
                  <a:off x="4643676" y="46425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EA2B58F2-E123-5CD2-AAD5-C288EF816C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65604">
                  <a:off x="7387338" y="381497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70405C68-E0DE-D162-01C1-9D15895FE2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794118">
                <a:off x="5531696" y="188713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238B5C7F-09E7-D025-04B9-EC720CD6F9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238793">
              <a:off x="6376253" y="1995547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9252C6D5-B258-AFB9-94F4-73C1E58728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238793">
              <a:off x="4237165" y="2251790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9A62B3E9-F9F4-3297-BFC3-CA5C92D09A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096751">
              <a:off x="7416517" y="3248004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D16FFD41-387B-DFCE-C80D-00B68DB677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096751">
              <a:off x="4154981" y="3467381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F8D6BECA-3B24-ADB1-A556-FC58EBAEEE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096751">
              <a:off x="7151022" y="2581791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ED2247DF-9824-06B1-88BB-B4E341AB3E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096751">
              <a:off x="6031177" y="2680363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50931B32-38FE-E697-8738-5975452FAE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096751">
              <a:off x="6313285" y="4344143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C9EBE04F-7574-24EF-2AC9-023B1D84BE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64067">
              <a:off x="6985139" y="1812799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97D84721-0B04-6C7A-BA29-6895D91A0C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812942">
              <a:off x="4216784" y="2470471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6E33DACD-FE10-8DEF-7AAE-6777501919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529032">
              <a:off x="4814830" y="4678334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3184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85731A03-2441-43A1-6130-8135074222B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54C04EEE-8CA8-6BD9-DC34-607BA0B7716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90334EDF-4992-AFDC-5FC3-E1E3E0EC317D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E45DC1CA-71A0-D345-9C2A-652E1CE9BEB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16F3F52C-5263-4249-A449-C8A96D2F38B5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D34508B2-71FF-6446-944C-A809499C85F4}"/>
                      </a:ext>
                    </a:extLst>
                  </p:cNvPr>
                  <p:cNvGrpSpPr/>
                  <p:nvPr/>
                </p:nvGrpSpPr>
                <p:grpSpPr>
                  <a:xfrm>
                    <a:off x="4775970" y="1994090"/>
                    <a:ext cx="3408060" cy="3211820"/>
                    <a:chOff x="5774261" y="3396655"/>
                    <a:chExt cx="3408060" cy="3211820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0E921CA-1DA2-DF4C-80A3-729EEAE8ED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74261" y="3396655"/>
                      <a:ext cx="3408060" cy="3211820"/>
                      <a:chOff x="5715163" y="3334263"/>
                      <a:chExt cx="3408060" cy="3211820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F88B70E8-D43D-8F44-8523-F51732573DD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15163" y="3334263"/>
                        <a:ext cx="3408060" cy="2546264"/>
                        <a:chOff x="7323306" y="3515113"/>
                        <a:chExt cx="3408060" cy="2546264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28B32192-C6C0-0040-9886-D880C5788BF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160519">
                          <a:off x="7846246" y="531218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76078A69-C90A-D347-9F6E-3CE516DEFAE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519151" y="45380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B2D0D986-E93F-364B-8F5F-55E13EF3D73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351590" y="383732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32D990F7-8650-3344-8CED-2F58526ABD3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7737029">
                          <a:off x="8607242" y="440296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4FB6E73C-1D5F-8A47-B7EC-4F10B92EBC1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531103">
                          <a:off x="9291366" y="521097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A321906C-9E37-0A4D-AB21-52AAE4F3C7D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246530">
                          <a:off x="9297241" y="391326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5DE5BC5A-A883-774C-B630-D5CD3F78880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177702">
                          <a:off x="7323306" y="541768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C05DAE51-9DFD-9A49-BA72-3F96E179E97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930733" y="395501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13BAF5A-BD3D-9348-A27D-13459C9224A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65597">
                        <a:off x="6595219" y="59023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47178513-9B3B-BF46-89BD-6B8B47974FB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8265550">
                      <a:off x="7303945" y="5723240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534AD153-5E57-662D-021A-D63CBE4CE1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77702">
                  <a:off x="5980066" y="21521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EA5EB61-DF35-3552-D399-F225CBBBE8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77702">
                  <a:off x="6016168" y="35834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41CC6D7-EBAA-2A1C-19BD-BA0AB4E4C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77702">
                  <a:off x="6926532" y="31357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754D8EBD-ACAE-8E06-3A0A-169508AD38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77702">
                  <a:off x="5256254" y="44284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1BC25B74-ACF9-5BB7-5053-16C6A984E6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4304699" y="3026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85362C88-1EF3-3060-C6AC-12DB782F80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7326508" y="40499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4E0DCEAA-D43A-80F3-A2AD-1ABB2A5A53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5138535" y="33838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C8DFDEAC-FB73-5ABB-209B-CFD77FADA7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5946846" y="27290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72DC8A6C-9878-44DB-3F1A-4455107385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932265">
                  <a:off x="4583112" y="43870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A227CA3E-F168-B044-6EA5-FCE6A646C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6974089" y="45619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8F4804B5-B4C7-A0D4-AA6A-CCF3F8351D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6114648" y="40918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6DF48F33-DED5-BB36-2EDC-FD5ED80F4B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5568666" y="30800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A5988F5-7C4A-4C30-0AFD-806F20AEFC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6125212" y="45883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8CED5442-D663-43B9-F6C9-A347C158E2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4622">
                  <a:off x="4392614" y="36952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AAF00558-01E4-8ED4-9ABA-68120A34E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272672" y="33916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42AB977A-A53B-9EFB-F3D5-A9757CBF0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378788" y="18838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BA67FB9-CF8D-EE5B-D007-38E3F2ABC4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296371" y="32720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D5955C3F-DB30-F3B9-CB7C-F0BB17F964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666066" y="39813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EB917C4C-EE16-E2E1-E3AA-178F336892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382521" y="206656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416906B0-1670-01E1-38B0-8433F7882B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4865864">
                <a:off x="4757169" y="2770484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E8F4EDD3-6AEF-DD43-5E61-04EEF62B96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950826" y="2021901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07C1EB68-B3D2-C75C-C1A0-955DDF9E30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337916" y="2532999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735F9F95-B136-AACC-25C0-8A84609BEA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998692" y="1702110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D9A1FC29-708D-3242-F2D8-E613807BE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7038884" y="2633412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49967720-C8D4-F723-5D43-0411AB4AC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800000">
              <a:off x="4828889" y="4858920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A1D6E523-78E7-F7E9-AA9F-C8CE689E1D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408010" y="3235686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90ADB4FC-375D-60DD-EA97-F8961426B4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198311" y="2648221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1E572538-8AED-05CE-DEBE-71F543A5E7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85370" y="4885590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E93432E2-DDDC-44CA-4458-8FB27F6072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6549030" y="4901778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ED5F8BFE-A0B0-206F-CE01-CD88DBB0D7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816265" y="1794571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2164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8FF5F721-764C-B66B-3EDC-95E66E40E58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F833A29F-5381-1449-FF6B-94166DB4A92E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56DD5D22-97C6-65F4-E684-A28B109D83D6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8DB69D38-5D6F-9441-A6DD-1415F9B2754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90A6A346-8DEA-9043-A60C-E0B56DDE6026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C7B9F6C4-FB9B-3540-B658-2057CCB8EE19}"/>
                      </a:ext>
                    </a:extLst>
                  </p:cNvPr>
                  <p:cNvGrpSpPr/>
                  <p:nvPr/>
                </p:nvGrpSpPr>
                <p:grpSpPr>
                  <a:xfrm>
                    <a:off x="4914446" y="1979833"/>
                    <a:ext cx="3131108" cy="3240333"/>
                    <a:chOff x="137138" y="108646"/>
                    <a:chExt cx="3131108" cy="324033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130EEE58-1B84-284B-9BD9-29A32EECEA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7138" y="108646"/>
                      <a:ext cx="3131108" cy="3240333"/>
                      <a:chOff x="106189" y="132207"/>
                      <a:chExt cx="3131108" cy="324033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0A78E467-D4A9-C04D-B4A8-DB2241C5ED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478466">
                        <a:off x="1585407" y="225652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0EE80BE-C642-BF42-8809-46909289461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06189" y="10987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54D76250-DE78-BA48-9E9E-C36E391D768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59907">
                        <a:off x="1810597" y="13689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AE3B4154-CAEF-C34B-8246-7D369A0FD42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-165332" y="233069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D3583CB-BDB0-4549-9A7D-384055CCA9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91519" y="16022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13FA7455-5801-AB4D-B0B6-AED26D69893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797297" y="28537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EBBB39E2-DCF5-F44C-8A2C-F899EEA7C33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80755" y="602565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44B08ACE-9CEF-894E-894C-8F8AF1C780E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21776">
                        <a:off x="55156" y="53036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FAE4D4F8-2EB8-5144-9B6F-5969872F0CB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641033" flipV="1">
                        <a:off x="944663" y="22777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8C185E75-AF08-5B44-BDBA-1FD83174930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5400000">
                      <a:off x="1630860" y="981318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4B920715-ED2C-82EC-B581-51B5D167AD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989123" y="32915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87249458-438D-9273-D6B2-32D5240F2C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460693" y="27378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4E998316-130F-8DB6-9238-C52B9B5E62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197194" y="41810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5888BBE6-A780-F9C9-D761-551545CA92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861253" y="37362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B9071CA2-0EC4-17F2-87A9-C845106A93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19645">
                  <a:off x="4606447" y="33789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F3A3D178-63F5-B9B5-C73D-3DE8D3A6C3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19645">
                  <a:off x="6237990" y="19042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3B747F58-77FF-1820-8B23-7CDC974624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19645">
                  <a:off x="5427799" y="30667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5967F017-B37B-0D5D-EDD3-EF2B923695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19645">
                  <a:off x="5839686" y="42803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59089862-68FF-CC0C-D2DF-14CD9FBC2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19645">
                  <a:off x="7045739" y="26841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0619FFA5-9CA0-41BE-F364-A348196E41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01096">
                  <a:off x="5226246" y="23739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2BB52881-AA31-86E8-26A9-C255817D68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01096">
                  <a:off x="5253251" y="46470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1D89E674-6C21-EAB9-09A6-400651D79C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94871">
                  <a:off x="4300427" y="30435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0537FC97-F346-6CD5-1D21-BD0CA2BFBD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4520">
                  <a:off x="7244437" y="31780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07F2E56-082A-B3B7-FC75-AEDE33C648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01096">
                  <a:off x="5356237" y="18257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C799532A-7D91-56E6-080D-125D5A4108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4520">
                  <a:off x="7182567" y="43012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876D9ABB-36C0-F1DD-ACB9-51E0EDBA63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4520">
                  <a:off x="5702964" y="35332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A044B26-E231-2D35-ADF7-7D93C18F0B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4520">
                  <a:off x="6074125" y="28145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878C1CBC-5701-3CCA-E8C8-439693F61C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4520">
                  <a:off x="4527192" y="23678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9DFD9802-661A-CEC4-63F5-B7E987B0EC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4520">
                  <a:off x="4748653" y="431137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F5C7C4BC-3006-8F48-DB24-CFA2B1067E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9532140">
                <a:off x="6427919" y="462879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EF711D16-D425-FB4C-65AB-63A66544E7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24520">
              <a:off x="7120044" y="2343919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3537E4A9-37D3-3744-F118-0C462FEFFC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24520">
              <a:off x="4279775" y="3599510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FDF6B3CE-C075-D998-E760-583100C97C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49963">
              <a:off x="6112084" y="1614006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ABBBACB2-E486-761F-A673-E47014F09B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49963">
              <a:off x="4647342" y="4685800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CD779451-467E-0241-ADE8-D75A4A29C3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49963">
              <a:off x="6014214" y="4605617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D5BBFF18-3DED-6B0F-625C-E993884209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49963">
              <a:off x="4552042" y="1787348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5BB2E120-034A-68BD-BFE8-DB84A65B58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325554" y="3791123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00274F77-1957-4CD1-B0AD-2F062BE6EC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7050191" y="4858206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B65ED661-A614-930C-74F5-BE6C6AD54F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159881" y="3124191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A0CDD1EB-F0CC-F0AA-B892-7944780899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118506">
              <a:off x="7200901" y="2004928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8099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DD47DCBC-6368-4A6D-01A1-1CC9C1E1DB2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048591D6-CC4D-F535-BA4A-6A5DBA1C4E64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F6691673-ECF0-132B-9AB9-EE00646D365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AF69B0F6-371D-A54F-9280-A4A60B6BCBF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979641C9-3BD6-9F4C-B426-0F804B9F7FC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A977F08-B403-AD49-9D1B-F0A40FB5987C}"/>
                      </a:ext>
                    </a:extLst>
                  </p:cNvPr>
                  <p:cNvGrpSpPr/>
                  <p:nvPr/>
                </p:nvGrpSpPr>
                <p:grpSpPr>
                  <a:xfrm>
                    <a:off x="4804720" y="2014200"/>
                    <a:ext cx="3350559" cy="3171600"/>
                    <a:chOff x="3682391" y="0"/>
                    <a:chExt cx="3350559" cy="3176982"/>
                  </a:xfrm>
                  <a:noFill/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9E2B14A-904C-E44F-AF9C-7A14A691D7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82391" y="0"/>
                      <a:ext cx="3350559" cy="3176982"/>
                      <a:chOff x="4264227" y="343000"/>
                      <a:chExt cx="3350559" cy="3176982"/>
                    </a:xfrm>
                    <a:grpFill/>
                  </p:grpSpPr>
                  <p:sp>
                    <p:nvSpPr>
                      <p:cNvPr id="6" name="矩形 5">
                        <a:extLst>
                          <a:ext uri="{FF2B5EF4-FFF2-40B4-BE49-F238E27FC236}">
                            <a16:creationId xmlns:a16="http://schemas.microsoft.com/office/drawing/2014/main" id="{2646F782-CBA5-4641-9D33-870A12B58B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93600" y="486326"/>
                        <a:ext cx="3033656" cy="3033656"/>
                      </a:xfrm>
                      <a:prstGeom prst="rect">
                        <a:avLst/>
                      </a:prstGeom>
                      <a:grpFill/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kumimoji="1" lang="en-US" altLang="zh-TW" dirty="0"/>
                          <a:t>=</a:t>
                        </a:r>
                        <a:endParaRPr kumimoji="1" lang="zh-TW" altLang="en-US" dirty="0"/>
                      </a:p>
                    </p:txBody>
                  </p: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86633E2-0618-144A-BFD5-293661C587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24668">
                        <a:off x="4683415" y="90718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94F510A1-A2E1-C54A-B140-249C5B00197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6031278" y="192558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7EA74F99-0DAD-6245-9A0E-85B1FAE8F8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66888">
                        <a:off x="5533821" y="74115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DD92398-F8A4-C743-8127-9865C27AC8E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45996">
                        <a:off x="4380593" y="166852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752F78C-F64D-114E-BF5D-0BF780E965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866074" y="2040730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D1808E1-5D61-634F-86F2-E2A3367507D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610342" y="269733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4C86C86-B4EA-0841-9590-1DA389EFEDC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174786" y="117633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156577EF-F2C4-0644-8526-EE839201CC6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38372">
                        <a:off x="5269137" y="205943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52A03A55-5DD0-B542-8C80-F7D9FFFE486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9170807">
                      <a:off x="5184774" y="2473812"/>
                      <a:ext cx="1440000" cy="647191"/>
                    </a:xfrm>
                    <a:prstGeom prst="rect">
                      <a:avLst/>
                    </a:prstGeom>
                    <a:grpFill/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EBCC5D21-931E-5B18-7EAD-A5F827D05C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589259" y="3107153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B87DA4E9-AAC6-92B8-E07C-4BAA884410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135692" y="3316186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0F9EDDE7-C91C-BA2B-4EB3-14A791AD4D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232118" y="3699081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7FC6808C-EFEF-DE36-883D-A6887B0253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521817" y="4182505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ED23D431-A619-19C3-DE40-57E135EBD0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19913">
                  <a:off x="5445237" y="4249689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5739F952-9663-6F9D-D034-60E743EA05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19913">
                  <a:off x="6803932" y="3166816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3DCB2673-1709-0F85-AB6A-9FB6DCF457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19913">
                  <a:off x="5870553" y="3456336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94D316CC-3014-6427-CBD2-54C62FE4D1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19913">
                  <a:off x="5966197" y="2700357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A720D3B4-6FBB-ED10-1E59-2749B02DEA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19913">
                  <a:off x="4673447" y="2593032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0E5DC5B5-8C43-36BA-F086-2107BBAB9B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68320">
                  <a:off x="4809328" y="3817821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E67827EA-2A6E-F49B-DB19-799A0FDEC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68320">
                  <a:off x="5314535" y="3153674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19BCC93D-5CFE-1A2C-224F-BD2D454D7A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68320">
                  <a:off x="6225153" y="3620000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F11C2622-9CD6-0BCB-07BE-6E6124D58D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68320">
                  <a:off x="5517402" y="1898413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92DEF8AE-625D-0A3B-BF26-179E41B91A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18397">
                  <a:off x="5870553" y="4729161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2EB214E-F289-13C3-FE06-812FB1EE90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18397">
                  <a:off x="5059282" y="4618929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6A457D6A-1919-D7F1-280F-F2AC5A45AC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18397">
                  <a:off x="4962744" y="2060287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423CC338-E5FF-1BDC-5851-49200EFF03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18397">
                  <a:off x="6948906" y="3841604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615D08AF-A557-80F2-1026-4FA38A82E3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71887">
                  <a:off x="4242272" y="2995113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51247C7E-D5E5-9A0E-A1EA-22682A0321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71887">
                  <a:off x="6204473" y="1960411"/>
                  <a:ext cx="1437561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5482F22A-D4D6-046C-1387-6F38287581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982229">
                <a:off x="6593346" y="2282144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C0545E22-4A85-F432-3540-4C3CDF8B02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768320">
              <a:off x="7013256" y="2550305"/>
              <a:ext cx="1437561" cy="643693"/>
            </a:xfrm>
            <a:prstGeom prst="rect">
              <a:avLst/>
            </a:prstGeom>
            <a:noFill/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CAB285DB-53FC-0510-5D72-143AD26981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768320">
              <a:off x="6673851" y="4338223"/>
              <a:ext cx="1437561" cy="643693"/>
            </a:xfrm>
            <a:prstGeom prst="rect">
              <a:avLst/>
            </a:prstGeom>
            <a:noFill/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81276020-1AB2-891C-4C01-3988FD270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768320">
              <a:off x="4543934" y="2034786"/>
              <a:ext cx="1437561" cy="643693"/>
            </a:xfrm>
            <a:prstGeom prst="rect">
              <a:avLst/>
            </a:prstGeom>
            <a:noFill/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2D58B53C-37A8-FA43-D253-FEBA968AA9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768320">
              <a:off x="5778380" y="2500691"/>
              <a:ext cx="1437561" cy="643693"/>
            </a:xfrm>
            <a:prstGeom prst="rect">
              <a:avLst/>
            </a:prstGeom>
            <a:noFill/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4883C2B4-B02A-59FC-4FD8-A7852B0C54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923938">
              <a:off x="4514259" y="4213414"/>
              <a:ext cx="1437561" cy="643693"/>
            </a:xfrm>
            <a:prstGeom prst="rect">
              <a:avLst/>
            </a:prstGeom>
            <a:noFill/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95053AA8-5721-A697-A818-BA48CE24A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23120">
              <a:off x="7399351" y="3408571"/>
              <a:ext cx="1437561" cy="643693"/>
            </a:xfrm>
            <a:prstGeom prst="rect">
              <a:avLst/>
            </a:prstGeom>
            <a:noFill/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3D0B9742-13C6-BA2C-FCB8-C97B1FE930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523120">
              <a:off x="4440594" y="2374780"/>
              <a:ext cx="1437561" cy="643693"/>
            </a:xfrm>
            <a:prstGeom prst="rect">
              <a:avLst/>
            </a:prstGeom>
            <a:noFill/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A6CCB7D2-DC8F-A97C-4C48-968B615BAB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490505">
              <a:off x="5566947" y="4674615"/>
              <a:ext cx="1437561" cy="643693"/>
            </a:xfrm>
            <a:prstGeom prst="rect">
              <a:avLst/>
            </a:prstGeom>
            <a:noFill/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155FB319-82B6-FD26-E396-9689255260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490505">
              <a:off x="6672144" y="1801733"/>
              <a:ext cx="1437561" cy="643693"/>
            </a:xfrm>
            <a:prstGeom prst="rect">
              <a:avLst/>
            </a:prstGeom>
            <a:noFill/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4748BD09-E31C-14CF-EF77-3283EF9975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490505">
              <a:off x="6925618" y="4564170"/>
              <a:ext cx="1437561" cy="643693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41523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AADFA5D3-D305-FE09-3961-083243E8FD4A}"/>
              </a:ext>
            </a:extLst>
          </p:cNvPr>
          <p:cNvGrpSpPr/>
          <p:nvPr/>
        </p:nvGrpSpPr>
        <p:grpSpPr>
          <a:xfrm>
            <a:off x="4320000" y="1440000"/>
            <a:ext cx="4340179" cy="4320000"/>
            <a:chOff x="4320000" y="1440000"/>
            <a:chExt cx="4340179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CB052C20-6CFA-203B-B476-C24DE2EC29BF}"/>
                </a:ext>
              </a:extLst>
            </p:cNvPr>
            <p:cNvGrpSpPr/>
            <p:nvPr/>
          </p:nvGrpSpPr>
          <p:grpSpPr>
            <a:xfrm>
              <a:off x="4320000" y="1440000"/>
              <a:ext cx="4340179" cy="4320000"/>
              <a:chOff x="4320000" y="1440000"/>
              <a:chExt cx="4340179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E92AE3C7-E95E-0565-34CE-5AB8C33566E1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40179" cy="4320000"/>
                <a:chOff x="4320000" y="1440000"/>
                <a:chExt cx="4340179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9EAAD41C-12BB-3743-A54F-ED8A84C3BCC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EB8E42A2-FFE4-6542-8AF0-27F315A6EAA5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8FA3653F-7B99-264C-AD30-377FDA6BE2FD}"/>
                      </a:ext>
                    </a:extLst>
                  </p:cNvPr>
                  <p:cNvGrpSpPr/>
                  <p:nvPr/>
                </p:nvGrpSpPr>
                <p:grpSpPr>
                  <a:xfrm>
                    <a:off x="4915035" y="2065531"/>
                    <a:ext cx="3129929" cy="3068938"/>
                    <a:chOff x="7335138" y="436633"/>
                    <a:chExt cx="3129929" cy="3071509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5DFAB83-74C9-0346-82DA-E8D5E8B9C01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335138" y="436633"/>
                      <a:ext cx="3129929" cy="3071509"/>
                      <a:chOff x="7623982" y="1121282"/>
                      <a:chExt cx="3129929" cy="307150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DF1573D9-A5DA-604F-B1BB-9EEB1C577EE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8033297" y="31509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1C2DAA5-BD5D-9745-B741-4FDBFC866F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087700" y="12289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B71CF132-CB35-0044-9D91-D128B97670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294871" y="112128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1C9059DD-0094-CF48-8980-B3BC8EB9CC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623982" y="28421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40C7FA22-020D-784E-9989-BFF2AD610F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633040" y="18208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391D851-47AB-9B43-9A10-A1547C0359C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559301" y="14818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29671A40-54E2-7842-B5B6-DCBB921603E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313911" y="25086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E3451F6-5890-5647-A4F3-D22DBC54C2F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21090">
                        <a:off x="9270957" y="33298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2876828D-920F-EB4B-84FA-BD6BE6ABA43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949764">
                        <a:off x="8181831" y="27171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845B77E1-8192-0B4E-9870-917B423B962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5400000">
                      <a:off x="9391456" y="1282839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9F34AB14-C8CE-06F9-8405-4FFA9EA06F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528375" y="2828158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D0710614-CDFC-6DBF-E2C1-B1BCB84799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27158" y="2751157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19FDD53-D1E4-D841-EDFF-DD1009BC3A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049893" y="3627912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B1F58804-B660-93A5-372B-A376EAD5DF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969901" y="4320419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2141BE14-DBC0-4129-253F-F033FF5022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33606">
                  <a:off x="4849718" y="4348275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A474898F-C8F9-6CF0-0C46-C90C4D8218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33606">
                  <a:off x="6211181" y="3071667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1001652E-2CB9-01BC-9DC3-5C093F9D64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33606">
                  <a:off x="5334069" y="3178890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1C9B2D66-E4A4-7469-6117-7A75D4F0BE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33606">
                  <a:off x="6179260" y="3674095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F2F4B989-5CDF-6833-3CAE-F73A57FFE3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33606">
                  <a:off x="7220179" y="4063212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EAD47A0F-CEDA-0014-C5D5-60D95C6700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09993">
                  <a:off x="4564522" y="3293479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0DE0A7F1-1BF4-E44F-C649-BE12CA7EA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09993">
                  <a:off x="6927153" y="2368839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B8A4B6C4-0BF9-9B8D-AD76-DB0824BE30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09993">
                  <a:off x="5680585" y="2823869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3E1BFEA0-1743-5F9F-9F35-341D7A46C7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09993">
                  <a:off x="6282774" y="4321258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BCEB01C-DB67-7245-83EA-D15B4FCFBF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49124">
                  <a:off x="5448175" y="4494334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A475247-907F-08D1-7F92-45E81439B4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49124">
                  <a:off x="5960987" y="1863224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BE24F7BB-77B1-A425-479E-C6B41C343C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49124">
                  <a:off x="4559647" y="1971687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60D4BA33-9822-24C8-99BC-FBBFB47BD5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49124">
                  <a:off x="6835710" y="4470233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BABFF8A-8017-0A60-24BD-DC2A11A63B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75561">
                  <a:off x="4257270" y="2789471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D17BD84A-B4D1-B0FC-00AC-DE2515445F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75561">
                  <a:off x="7202765" y="2036162"/>
                  <a:ext cx="1440000" cy="643154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0A2200BD-F7C2-9945-473A-4F6011F714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177532">
                <a:off x="4831632" y="2518720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EA7ACD53-AE32-92ED-D528-EB386B6078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109993">
              <a:off x="5307270" y="3577866"/>
              <a:ext cx="1440000" cy="643154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E2EC964E-3088-E3E2-BA39-D32A974131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7416395" y="3543364"/>
              <a:ext cx="1440000" cy="643154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1E7400A3-0569-3B51-3C26-D31C407F1E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357811" y="2956045"/>
              <a:ext cx="1440000" cy="643154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C51CA804-9CF2-DBE3-92B2-E4069A3D07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543514" y="3862253"/>
              <a:ext cx="1440000" cy="643154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23CC2170-D2AF-44B6-0F66-B63265EA4C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6420612" y="2285406"/>
              <a:ext cx="1440000" cy="643154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9F2197DE-8644-9975-BDF3-05C5AE3200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052135">
              <a:off x="4990245" y="4670554"/>
              <a:ext cx="1440000" cy="643154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85EE79F8-E189-0639-F4B8-4C96AFB036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052135">
              <a:off x="4898181" y="1700776"/>
              <a:ext cx="1440000" cy="643154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C11615C6-3B00-3B43-DE52-5AEA005751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052135">
              <a:off x="6446988" y="3667363"/>
              <a:ext cx="1440000" cy="643154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08B0419C-5908-FCFC-9264-4DA92AF838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990435">
              <a:off x="5920941" y="4667022"/>
              <a:ext cx="1440000" cy="643154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9F4E4EC7-FC04-BCEE-7519-E46E5BAF71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942354">
              <a:off x="7356461" y="3351674"/>
              <a:ext cx="1440000" cy="6431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0685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9873A2F3-7EFA-1943-5335-3653CFA230C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77A76172-1C21-1115-25BB-63534AB773FD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B5965D42-7445-4A2D-8951-48643647EDD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7DB39D15-93E7-7047-8D15-1A589AC9B2D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34446645-E249-9A47-B5AC-97116C0EB748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1C01207C-BDB7-9B4A-93D8-F450FD252CEE}"/>
                      </a:ext>
                    </a:extLst>
                  </p:cNvPr>
                  <p:cNvGrpSpPr/>
                  <p:nvPr/>
                </p:nvGrpSpPr>
                <p:grpSpPr>
                  <a:xfrm>
                    <a:off x="4776355" y="2184957"/>
                    <a:ext cx="3407289" cy="2830086"/>
                    <a:chOff x="1704006" y="3864192"/>
                    <a:chExt cx="3407289" cy="2830086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E5B123CF-18BB-174F-8B5E-A5961C1D63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04006" y="3864192"/>
                      <a:ext cx="2927294" cy="2830086"/>
                      <a:chOff x="1454966" y="3566329"/>
                      <a:chExt cx="2927294" cy="283008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A67E0C4-55AE-634D-AABB-D9FD04B6258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24484">
                        <a:off x="2898438" y="35663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F356EBFF-BB13-0C4D-B793-9FDD415692F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454966" y="367011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DC636441-07F5-844D-B831-5CAD5AB4B92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276048">
                        <a:off x="1862953" y="52305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0E4BBBFC-ED4F-214E-B410-8E8D2BDED0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36138">
                        <a:off x="3302997" y="398237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60DEA55-9B06-7547-BC23-0625AD5D959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834145">
                        <a:off x="1912527" y="368846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932B7EAD-0210-424B-9D2B-075FF27A9AA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476507">
                        <a:off x="1421986" y="45214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291C9B71-1375-4147-91F4-6D0B6FFE31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00792">
                        <a:off x="1404035" y="535456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9FC0B1D5-E6EB-D147-BB79-507137019F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866951">
                        <a:off x="2942260" y="46202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F719DF35-6244-F04E-B084-C7F1A0BC490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777092" y="53415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8566B298-2224-7446-9643-280262E5DC1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8731279">
                      <a:off x="3671295" y="562239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8BF0EDA8-0C1F-AE8C-B49D-561DCFC0D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0792">
                  <a:off x="5539221" y="27932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AA42E70A-8760-B8BF-233E-5DB697A662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0792">
                  <a:off x="5978490" y="34736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F9F4545A-021C-42EA-7D3B-E83EAD872F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0792">
                  <a:off x="6805992" y="28119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BFFB802B-85B6-FA77-326A-9A8137DB93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4468193" y="26781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C6F5606C-3B81-BD20-3CA2-A96D58FB6E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6769446" y="34974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8190DA48-86A0-CCAD-AEA8-45AB0E08F7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5427515" y="41619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A02F812E-86A4-BD4D-ADD7-83C0FA6FF1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6420327" y="44564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925890C9-8BA9-6DED-7562-0DD3187904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5875123" y="27813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3FECE81D-D6B4-92BE-FCFE-74D39F5FD6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5427515" y="21505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A0F56894-E85D-FC49-1EAC-4A3FAD1EC1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52338">
                  <a:off x="4483942" y="35101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39E361D3-C316-3C48-F273-7FD495BBDA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52338">
                  <a:off x="6524188" y="22335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EA61A862-6C59-0577-6EDE-279D29C91F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52338">
                  <a:off x="6006557" y="4529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0D637DB3-2A31-D052-212C-72F0A3C4D1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52338">
                  <a:off x="5250298" y="45471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4275942-38CC-4830-7A66-35A3BA3163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4185">
                  <a:off x="5171658" y="22812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08170CC-D204-EECF-840F-D900589083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4185">
                  <a:off x="6171158" y="3369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08A8EA16-18C4-A33C-BD32-D25D58E19A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4185">
                  <a:off x="4788822" y="37649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A7674F04-D884-37A1-DE1C-F2BB742B36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4185">
                  <a:off x="4732493" y="46128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9E7471BA-9D58-86BC-AB29-AA2A64D38D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382">
                  <a:off x="6002816" y="49148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AED4395E-FA0C-C9B7-36DF-90443BDDB2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81772">
                  <a:off x="7188040" y="271726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F6AD8A06-0314-733B-6003-9F6BC18134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2805729">
                <a:off x="5445309" y="3352771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7C2E75FB-DAE2-7E64-1700-185869A548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735420">
              <a:off x="6309737" y="3962699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F59086AC-6AC7-DE6A-488D-F6F8FD39ED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735420">
              <a:off x="7095853" y="3955271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AE41E6D5-21B0-C1E6-1F6D-52BB6C097E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6735420">
              <a:off x="4217970" y="3021356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A42ECF2A-F42B-54D7-DCFE-EF72862C1D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178350" y="4364607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FC061F25-4E66-18CB-CB98-2FCD23646E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917785" y="4466413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9AB11F4E-786D-D39C-D920-F3BC781F59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958190" y="2299073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EE914075-049A-9871-3FC2-CFCE5733F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095168" y="2314008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7B72A596-529C-F421-5023-F6E8FD2659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04109">
              <a:off x="5076666" y="4892896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50B04C61-3BA1-84CB-0765-CE778F26B4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180998" y="3340093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9B085B06-73B9-A2FA-77ED-0BF382AE13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641767">
              <a:off x="4174376" y="3871742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649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E4775EC4-7F61-2633-DDA9-4F4507174071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1ED0117A-008F-351A-1140-C10DAF4AD9F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9F725729-F306-112C-90D3-E548A3C7D56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A168DFED-8E3F-074E-AAF9-29A66C192DB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9D719137-80F3-8448-A0D4-8246B15AFF04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8839B8BE-F428-024B-AD79-C2D3D01DD667}"/>
                      </a:ext>
                    </a:extLst>
                  </p:cNvPr>
                  <p:cNvGrpSpPr/>
                  <p:nvPr/>
                </p:nvGrpSpPr>
                <p:grpSpPr>
                  <a:xfrm>
                    <a:off x="4995318" y="2047618"/>
                    <a:ext cx="2969363" cy="3104763"/>
                    <a:chOff x="5828111" y="3755509"/>
                    <a:chExt cx="2969363" cy="310476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5C8C27D-0D22-0842-B817-05948722AA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828111" y="3755509"/>
                      <a:ext cx="2969363" cy="2816906"/>
                      <a:chOff x="5799589" y="3693318"/>
                      <a:chExt cx="2969363" cy="2816906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2BEE279E-DA06-DD44-A893-5D1B59F4304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99589" y="3693318"/>
                        <a:ext cx="2969363" cy="2803068"/>
                        <a:chOff x="7407732" y="3874168"/>
                        <a:chExt cx="2969363" cy="2803068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E845B78B-5EAE-E146-A373-8BF3A9A7C79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727747">
                          <a:off x="9199777" y="550935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F7047B9E-F7E0-9E4F-B7F0-F4AEF9D6995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705566">
                          <a:off x="7426795" y="469692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8310A337-84F9-F948-A06D-CCEE71FBB2D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093355">
                          <a:off x="7818544" y="563538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A67857D1-42EC-4849-ABEB-B8A449FE5F5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9282703" y="442918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BA234E46-01B7-784B-B8EC-EBF13E86F39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8007496" y="43088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0A180D0B-70CB-6E44-BC6B-6144D9BD52C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8937095" y="517136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79E9CB4D-4096-2640-A1C1-049242D39E8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29293">
                          <a:off x="8844255" y="387416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DFCA7141-BB59-824A-A082-E29646B1072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501634">
                          <a:off x="7407732" y="400901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96FF2817-B3DF-C44A-8310-14895BBA2D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722061" y="546837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DCB7C363-25C4-7E42-A17E-B2C2AE94846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536541">
                      <a:off x="7209755" y="5816676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10545FC5-4E6B-6131-3E9C-082F985F8B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304914" y="26902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F5C41C6D-E01C-C641-BCE3-0E48311236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40863" y="25133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23815108-336F-7DBE-7D7C-0C5E478B7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35519" y="27907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22E129EE-2A7F-ADCD-2740-E9B6C1E1DE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99617" y="37495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3603F87A-B92C-3962-5F79-55BC6AAFFD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6918734" y="31850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19A75FC9-E091-8970-54DA-A3845F6B3C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5019754" y="33922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036A76F-B7FB-5D89-575E-4F0A831821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6271142" y="23628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1F6F4BCD-77B3-52CE-7C77-E0E2CA017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5813163" y="18980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B224C798-EB1E-1D5B-A7D0-A813D7B463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4454378" y="32060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72CC2936-FC54-4063-6669-80F745FA2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33834">
                  <a:off x="6916123" y="22001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FB36D71B-AB40-D050-BB47-B51B39205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33834">
                  <a:off x="5310682" y="18944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2E39D560-14BB-90A4-278F-5762DB987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33834">
                  <a:off x="5104830" y="41119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A8617D8A-D22A-46C4-6232-6CA94B1C4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33834">
                  <a:off x="5941034" y="33518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625F3B39-E71D-7CF5-B2E7-CCF604C905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4119417" y="27009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47A34CD1-CF34-AF79-4BEF-EC1C3720F2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6868961" y="44761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9769FC9-162B-9156-4412-3D4E10EE03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360130" y="47484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18BEC1E4-BA19-F040-8448-EACD59D176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4504620" y="42544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39420532-F835-C045-D29C-9DA030A934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7141329" y="3006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CFC1FD93-ACCE-CB87-AA58-10C2B5FAA8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8228">
                  <a:off x="4378171" y="195003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9" name="圖片 38">
                <a:extLst>
                  <a:ext uri="{FF2B5EF4-FFF2-40B4-BE49-F238E27FC236}">
                    <a16:creationId xmlns:a16="http://schemas.microsoft.com/office/drawing/2014/main" id="{4C63AF12-727B-3854-9965-0B1304F7F9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8223295">
                <a:off x="5668789" y="4365976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FAB5AF8D-1357-F013-513F-1EF9BA7B17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03256">
              <a:off x="4459410" y="2270530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14378B51-7223-F8EE-FEEB-314E3DBFCC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822354">
              <a:off x="4158753" y="3682549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84ADB817-BB04-7C04-3813-E679BB048D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528614">
              <a:off x="6501204" y="4659249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EB2EEEA0-A0B3-6C54-A940-A386589261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732584">
              <a:off x="4262340" y="3081662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DA381FA8-D665-9C24-EAAC-83F13A9B82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732584">
              <a:off x="6817196" y="2144532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2F9A3E05-19CD-399D-07F9-720A3DCBDB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732584">
              <a:off x="5348613" y="2348932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8551F5AF-7B04-9E35-FF3C-124A9DDFF4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143784">
              <a:off x="4687770" y="4517231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6E593256-E6AD-9B16-68DC-61196B66AE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74040">
              <a:off x="7184965" y="3831910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B6EC1AED-096C-A2F4-3664-2FCB9DE2B3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56904">
              <a:off x="7462951" y="2478250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164CFF3B-F040-EF3F-DC93-FE41363C5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124585">
              <a:off x="5825690" y="4904064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0351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C6AF1384-6C8B-0152-D3EF-C5CC8280F68A}"/>
              </a:ext>
            </a:extLst>
          </p:cNvPr>
          <p:cNvGrpSpPr/>
          <p:nvPr/>
        </p:nvGrpSpPr>
        <p:grpSpPr>
          <a:xfrm>
            <a:off x="4320000" y="1387534"/>
            <a:ext cx="4320000" cy="4372466"/>
            <a:chOff x="4320000" y="1387534"/>
            <a:chExt cx="4320000" cy="4372466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227D6AD2-93C4-6EFB-6E53-6779F70E3252}"/>
                </a:ext>
              </a:extLst>
            </p:cNvPr>
            <p:cNvGrpSpPr/>
            <p:nvPr/>
          </p:nvGrpSpPr>
          <p:grpSpPr>
            <a:xfrm>
              <a:off x="4320000" y="1387534"/>
              <a:ext cx="4320000" cy="4372466"/>
              <a:chOff x="4320000" y="1387534"/>
              <a:chExt cx="4320000" cy="4372466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75B9D42A-B7B3-625C-F90B-FF8B6DA1C3C0}"/>
                  </a:ext>
                </a:extLst>
              </p:cNvPr>
              <p:cNvGrpSpPr/>
              <p:nvPr/>
            </p:nvGrpSpPr>
            <p:grpSpPr>
              <a:xfrm>
                <a:off x="4320000" y="1387534"/>
                <a:ext cx="4320000" cy="4372466"/>
                <a:chOff x="4320000" y="1387534"/>
                <a:chExt cx="4320000" cy="4372466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F99C370E-7738-2044-9CA7-694F7BDF4D9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5ACF9571-B8A0-C74F-8DF6-8F9F51258FE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084D254E-FBE4-814B-B378-441FF1374E5F}"/>
                      </a:ext>
                    </a:extLst>
                  </p:cNvPr>
                  <p:cNvGrpSpPr/>
                  <p:nvPr/>
                </p:nvGrpSpPr>
                <p:grpSpPr>
                  <a:xfrm>
                    <a:off x="4686940" y="1939119"/>
                    <a:ext cx="3586120" cy="3321761"/>
                    <a:chOff x="401501" y="145217"/>
                    <a:chExt cx="3586120" cy="3321761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75872300-2EC8-AB41-BB2B-E95A3D1D3B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1501" y="145217"/>
                      <a:ext cx="3586120" cy="3321761"/>
                      <a:chOff x="-185836" y="4242"/>
                      <a:chExt cx="3586120" cy="3321761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D8EEEAF4-4563-E94E-B8C0-0F46C509019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4140357">
                        <a:off x="-35809" y="208780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8BAF397-CC99-8A4A-89DF-D9F56DDB0AE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369337" y="4023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35B0DE15-94A7-5C4A-A9C5-4A4AE0BB1A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52779" y="23544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D1FDB44D-ED58-7C41-ACE2-A5FA7C24E53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960284" y="16649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0ED12C18-AE65-E044-BF30-74EDC1BB74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720232" y="22841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86CC3A9-59CD-BE47-A46D-D5F3013DAF7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694165">
                        <a:off x="-185836" y="11268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E6F5CF7F-2B9D-9C4E-B01D-FE9F96C853B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21190">
                        <a:off x="584893" y="640989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E20518F1-713C-1B4F-B1EE-C1DC853A25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34147" y="37120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4F514B97-7A90-DC42-8CCB-04BC2CB7EB3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596394" flipV="1">
                        <a:off x="300010" y="16062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36C9AC0B-651A-CC44-BF7E-4A0D6D2FBB8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6200000">
                      <a:off x="2249680" y="1167597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EFF20745-92FE-6A4B-02CA-E7C7C1FB48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6039927" y="371581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9F160E0D-A8F2-0705-7E58-F21E25DC94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5033183" y="454789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EF3C5195-522D-1936-1BCC-ED7C3E6A97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6026639" y="449988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737C04D9-E72C-5271-08FE-733771CC75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5008439" y="1792868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A90A9C22-44CF-A9AF-F734-57E6BD55C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780">
                  <a:off x="6878996" y="261134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8445BE57-FB6F-C56E-CBD3-1777BC47B1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780">
                  <a:off x="5215505" y="278351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67B3116C-308D-3401-55AB-24D5175B19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780">
                  <a:off x="5941824" y="312284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6AB87206-87F1-9E25-E6BA-B495839FDA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780">
                  <a:off x="4657685" y="3844055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490C19CD-C3A2-AB32-6FDC-3B973E389D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7156882" y="396358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2716D152-1E80-1A63-6416-B988EC9A8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4314813" y="288135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0F758CB2-7C7A-E97B-62ED-11CFC61A26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7000513" y="319439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3EA99E13-D8F0-E55A-A224-689E33BF0F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5652787" y="2237940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49C0DDA4-84B1-8280-3D98-410953DB9F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74332">
                  <a:off x="7087360" y="2091234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B199B10-B2B7-2EF5-450F-1E556775D1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07800" y="172236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E9C1C4A4-25ED-3F52-DE6E-2A23A2CCFB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829599" y="480310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46F4085D-B414-50C5-5884-4A3D12036B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53977" y="209123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5807DE51-FBE5-BA62-94EB-ADDB8D0848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90094" y="259479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14072C1D-C784-5776-E30C-05898E247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734400" y="4666420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C0E09F52-5799-C0B1-2AC0-F25D91687F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722057" y="4766792"/>
                  <a:ext cx="1454361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E35CD908-AB8A-5E06-2069-1122A394B9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3117985">
                <a:off x="5329206" y="3918778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E9DBB5A6-9F8B-CA39-931C-A1AD65DDC4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733918" y="3777273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D5F0C8F6-2118-4632-9EBE-E780C0CB6E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599508" y="2931433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163D4578-02A3-60F5-BB1E-F40CE38A14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275571" y="3155291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73CDC26F-074C-4827-DFDC-3847F77485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294467" y="3371996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2A7C1C98-0255-3263-3137-3200267258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244380" y="4214536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B104D576-692E-15A1-30CC-90764DEEB9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274412" y="3501258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51E71F29-6031-E413-EA02-D18D40DDC7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125219" y="4457753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E22C9281-5373-CAC7-96E7-555AAF4B96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296765" y="2879555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7D0E5E55-BC75-A47A-EE50-F4895601CF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558618">
              <a:off x="4222336" y="3569365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0BE9CDA7-771A-BB25-F246-280A53B9CA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137453">
              <a:off x="4272103" y="2292915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2140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E04B628D-8AF6-4E23-720D-C6F4BAA32B1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06480617-30DA-B2DB-72C0-6B9C9EF44034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5E4A6BBB-29D6-8F7F-8F2F-77229DAFA89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2C50512F-F876-1A4E-9529-56D0F5BA93C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6C500F9F-5C15-F440-8E9F-C7245D401E09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EFD5F86-7099-9E45-A022-22C8EDB98B0C}"/>
                      </a:ext>
                    </a:extLst>
                  </p:cNvPr>
                  <p:cNvGrpSpPr/>
                  <p:nvPr/>
                </p:nvGrpSpPr>
                <p:grpSpPr>
                  <a:xfrm>
                    <a:off x="4811322" y="1930567"/>
                    <a:ext cx="3337355" cy="3338865"/>
                    <a:chOff x="4337405" y="297245"/>
                    <a:chExt cx="3337355" cy="333886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1633AA8-EF7B-8945-8F8B-C2889858D6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37405" y="297245"/>
                      <a:ext cx="3337355" cy="3338865"/>
                      <a:chOff x="4246178" y="425732"/>
                      <a:chExt cx="3337355" cy="333886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6688979-D5DA-1449-96F3-8B8735C2B06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825272">
                        <a:off x="4541357" y="10883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F06521D-8276-CD46-ACB5-53503E7021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625818">
                        <a:off x="5854528" y="19517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8076B4A-36FC-2C42-8E63-3030F9B1231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246178" y="77474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10E54D94-6F23-8348-A34F-302E27714AA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75299" y="18452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9293E00C-5CD6-1540-8747-A0463A44EEB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01349">
                        <a:off x="5444012" y="8238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774416B-E1C6-D444-9A87-F1079F9385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815692" y="24840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F97FA968-824B-CD4D-B011-15A4492BB43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185251" y="260410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59A316FD-99F2-2446-8731-20748D11278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957550" y="27227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9B8F450-5F20-2E42-B2D1-B46AFDCF0D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88977">
                        <a:off x="6143533" y="13565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DEAD9893-2E3A-3B4B-B833-0E627B01162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648680">
                      <a:off x="5994455" y="83999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F1CD19B2-68E9-14D8-5C81-B5C666FB0E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954933" y="26675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4D23D6F-F534-08A7-2088-C19F8A2CF8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08116" y="31799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1329098-E245-7D4E-00AD-AF4A96AA08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02733" y="38508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6316C572-09F1-D98C-3DE5-3A3E7E79C4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311240" y="21913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A545CC06-9675-9CC9-441A-5D363BCD34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6867446" y="35141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98919AAD-1F7E-B235-CF8C-19DE2DBEF6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4832004" y="37222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B5E76544-3D4F-E5E6-82D7-C994BACDCD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4539246" y="26935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6ADD1D1B-AD7D-EAB6-F5D8-06FB0F2832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6836247" y="24022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064A3EB2-F2B7-15AC-70FE-6D8F816263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354096">
                  <a:off x="5775820" y="43479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03D29AE8-F496-B4DC-E8F2-FA6063FFCD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11502">
                  <a:off x="5428547" y="1876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6E86057-F19E-F257-9E1B-2EC4E4681E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11502">
                  <a:off x="5376564" y="41606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4B716DA3-F1C4-8606-CA81-EF9718A08E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11502">
                  <a:off x="6577598" y="20096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22B5CD3A-0E16-C880-9EDC-F1EB7220F6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11502">
                  <a:off x="6095801" y="29524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E3D0ADD2-3C65-B343-27F1-E0B405020F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8653">
                  <a:off x="4928668" y="4501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B623EC57-C8E4-B3AB-B14A-84E4059A07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8653">
                  <a:off x="6153144" y="44791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B598990F-5478-6350-FF66-BA4C9CD99C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8653">
                  <a:off x="6491831" y="36225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73D351A5-D627-677E-25CF-AD514A8840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8653">
                  <a:off x="5381656" y="29392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6EF60F59-DD42-D4D9-BD50-3F0A33A08A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781239" y="16184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76DEA385-9011-DE22-46D4-253DCA695C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792510">
                  <a:off x="4184681" y="419461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5547428F-BDC9-4A0E-EA4C-BDB8C5977A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537485">
                <a:off x="4490922" y="362563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6DEB55CF-0AB8-38DA-9E42-27B1081310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868653">
              <a:off x="6594176" y="4582402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57200681-26F6-A9E7-9F9A-20C6551F4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204284">
              <a:off x="4111335" y="2923861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A40BC325-12FE-CC24-C1EA-A9B23F4BB2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204284">
              <a:off x="7240718" y="3117755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71AB7C6C-75EA-E908-911D-ADE638BB47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204284">
              <a:off x="6707549" y="1966902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FBE3D56B-9946-E62A-C788-EFD6F95928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21161">
              <a:off x="4502957" y="4780745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79F45014-753A-ECEA-928E-052375A203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458390">
              <a:off x="7231832" y="4127257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BF13D022-0551-F87A-43D8-DD52E2EEA2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458390">
              <a:off x="4359146" y="2158231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68C95802-250F-0917-2F8B-28101DDE0B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809762">
              <a:off x="7443845" y="2449872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E7288BA3-048F-695F-A011-D5079ACDED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04262">
              <a:off x="4940991" y="1649250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01684AF6-14F9-EF41-F36B-6EACF240C5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16156" y="4896143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8010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C56162A4-FEC8-2D4E-8772-FC3B0A80B13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69C8A4EE-EFEE-3FBE-3FD1-D43F68A3C86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21F07D69-889E-CD1F-4460-D284586418D5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962BCB15-ADE2-2246-B939-C08A10E17B7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DAA7F502-BF3E-AD46-BF0E-4423E62684F3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7A36FCBA-5DD5-4C4C-9CE6-E21CB9B32A74}"/>
                      </a:ext>
                    </a:extLst>
                  </p:cNvPr>
                  <p:cNvGrpSpPr/>
                  <p:nvPr/>
                </p:nvGrpSpPr>
                <p:grpSpPr>
                  <a:xfrm>
                    <a:off x="4926639" y="2173490"/>
                    <a:ext cx="3106722" cy="2853020"/>
                    <a:chOff x="7915713" y="536193"/>
                    <a:chExt cx="3106722" cy="2853020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ECEF16E-1F9F-2349-B266-AF7A191B3E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5713" y="536193"/>
                      <a:ext cx="3030689" cy="2853020"/>
                      <a:chOff x="7682935" y="1185303"/>
                      <a:chExt cx="3030689" cy="2853020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892C757-609D-C149-8A87-3D1906A56F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668859" y="241267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ADD3F141-DF41-3F46-A332-740ED68251D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65682">
                        <a:off x="7977913" y="323646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F452B057-8613-8947-BB33-9CCAF21D58B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671778" y="185675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9D14BC52-05F4-3F4E-8117-B94F7A7D0E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77148">
                        <a:off x="7965852" y="199168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6BCC5CB-FF8C-0B43-97A8-D3570079ECE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153432" y="11853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55A10F2-55AB-4F4E-AAAA-72B55049171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9005468" y="299647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023ACFB4-47CD-2B4E-8445-C8591DDCEA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054425">
                        <a:off x="8578719" y="119217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2AFE9203-7D86-2C4F-8635-38B26DB83E7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682935" y="12869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FD4A22E-A68E-7E4B-A185-6C95F5839FA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55629">
                        <a:off x="9654965" y="298323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2EDC5D37-6C6F-5C4A-9D16-6A16905BFB5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9582435" y="1711189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97573760-9B41-F956-1566-90B27A980E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6160935" y="29455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94EFB575-1DED-2C12-6111-4FAAD8D3C6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6023587" y="37180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B2247A5E-C946-6A8D-9F42-67C8A2C881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5366392" y="35402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977BF6CB-C0A5-515A-D9D9-5096542375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4576104" y="31111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9A51F8C8-E10E-1219-08A0-D026F21E7C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7054129" y="2470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6AFA8E13-9C8D-6795-D9C5-D756586526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5649418" y="40850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9F30C06E-19AC-A316-351E-757FB3E848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4558059" y="40989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34E3DF64-59D4-6D60-9F2D-C5F4E75B1E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6155847" y="21505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B835A70B-A258-55DD-65A1-06C2D99A68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61281">
                  <a:off x="5204733" y="20293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6711C35-DF57-73FB-2337-22B3293E95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91958">
                  <a:off x="7130786" y="34632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AED0630F-8954-F316-55A1-D9E7DC1034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91958">
                  <a:off x="5550560" y="27794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3E5EC345-1629-A29C-ABA0-2837533E17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91958">
                  <a:off x="5018524" y="23981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37652DD6-53E4-1D58-14A9-9AE5514C11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67696" y="34888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7C727BA8-6E64-82CA-2142-62796B139E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6486391" y="4305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0A19B3D7-2941-16DA-BC5E-05BE376125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6726943" y="27350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1B90C350-F99F-0045-9876-A21F875225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6189458" y="31059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3883643-C07B-20A2-1E99-EF91F4FDF4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4527520" y="24802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CD22DDC-B9D8-B314-51CC-438AAF6063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32009">
                  <a:off x="6951865" y="18397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F2580BFF-6407-325F-D693-C3070DAE1D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4926639" y="440289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336A0F34-AD45-8156-7111-170AFD0359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200000">
                <a:off x="5680919" y="4355026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25C1A540-8E94-D93B-1E62-7FC5682437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881432">
              <a:off x="5037508" y="3093059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5D3E13D6-41AB-AD73-8DDA-33B5518784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881432">
              <a:off x="6721747" y="4036560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374345A2-0BA4-45F2-6890-7FABA1E978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4881432">
              <a:off x="6097933" y="2392696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F3762BC3-6CF7-B09F-0694-5B3283D6EB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342944">
              <a:off x="5798209" y="4610893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95D0A929-A0C3-1A70-6CD0-0C5DF7C62F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692027">
              <a:off x="4296123" y="4484336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B3F824CB-8B89-4DA8-9207-BF9C22849C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861261">
              <a:off x="7337166" y="3257963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DC8820E8-9EE1-48C4-41BF-199A5935FE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692027">
              <a:off x="4292741" y="2264556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A343599D-FB03-8606-AE36-3B9243150E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376087">
              <a:off x="6789887" y="1716606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5EF8B503-FBFE-959B-5181-7139E9E37E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376087">
              <a:off x="5306911" y="4903261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B2A9DF85-4EC6-389F-A661-2D10537466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376087">
              <a:off x="4930159" y="1781484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3934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8C4604B0-A63E-78DB-93B2-9EFF371AF95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08698689-2C61-3840-27AF-8C427AA00E86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9" name="群組 38">
                <a:extLst>
                  <a:ext uri="{FF2B5EF4-FFF2-40B4-BE49-F238E27FC236}">
                    <a16:creationId xmlns:a16="http://schemas.microsoft.com/office/drawing/2014/main" id="{01B60981-CF01-2A07-D5D9-DCEFBA76F93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8BAA3992-0C1D-85B3-1102-33E3DD9408AE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6CDD27C0-0DC2-484B-A6F3-A61B83E053F3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1452302C-251E-5C40-B8E4-EC6AB01A3B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3" name="群組 2">
                      <a:extLst>
                        <a:ext uri="{FF2B5EF4-FFF2-40B4-BE49-F238E27FC236}">
                          <a16:creationId xmlns:a16="http://schemas.microsoft.com/office/drawing/2014/main" id="{8E1A93F3-30C2-A343-A5E3-F6713AD8EF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141868" y="1937788"/>
                      <a:ext cx="3195671" cy="3480212"/>
                      <a:chOff x="2768663" y="3495923"/>
                      <a:chExt cx="3195671" cy="3480212"/>
                    </a:xfrm>
                  </p:grpSpPr>
                  <p:grpSp>
                    <p:nvGrpSpPr>
                      <p:cNvPr id="4" name="群組 3">
                        <a:extLst>
                          <a:ext uri="{FF2B5EF4-FFF2-40B4-BE49-F238E27FC236}">
                            <a16:creationId xmlns:a16="http://schemas.microsoft.com/office/drawing/2014/main" id="{1397EC2D-86E1-B84C-B6C2-490AB9D7885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768663" y="3495923"/>
                        <a:ext cx="3195671" cy="3480212"/>
                        <a:chOff x="1781022" y="3236091"/>
                        <a:chExt cx="3195671" cy="3480212"/>
                      </a:xfrm>
                    </p:grpSpPr>
                    <p:pic>
                      <p:nvPicPr>
                        <p:cNvPr id="6" name="圖片 5">
                          <a:extLst>
                            <a:ext uri="{FF2B5EF4-FFF2-40B4-BE49-F238E27FC236}">
                              <a16:creationId xmlns:a16="http://schemas.microsoft.com/office/drawing/2014/main" id="{8839844C-1716-9343-8B42-DF3838A4C29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224484">
                          <a:off x="2690584" y="346287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7" name="圖片 6">
                          <a:extLst>
                            <a:ext uri="{FF2B5EF4-FFF2-40B4-BE49-F238E27FC236}">
                              <a16:creationId xmlns:a16="http://schemas.microsoft.com/office/drawing/2014/main" id="{5EB0B7FD-6E9D-6F45-AA10-2421E583EEF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2071997" y="490493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ECA16F09-D22E-3E48-A1F7-D1203FFF835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177513">
                          <a:off x="3536693" y="534896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431F5BCC-8A6F-214E-9825-8372233048A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3084227">
                          <a:off x="1511170" y="56585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306E9405-BE4F-224C-9E4D-44741A60478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1382869" y="367707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4A53C91A-16A2-484E-8637-12BA16D3CE6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1964043" y="393149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FA90B6C1-E9DC-B749-881D-1A8B07276C9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842732">
                          <a:off x="1459941" y="471929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BD01C078-E2E5-504C-AE5F-F15B10BB140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937311">
                          <a:off x="3375694" y="363424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EBCCE8B6-0454-3542-B9C3-3BEF854296B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904435">
                          <a:off x="2712966" y="567445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5" name="圖片 4">
                        <a:extLst>
                          <a:ext uri="{FF2B5EF4-FFF2-40B4-BE49-F238E27FC236}">
                            <a16:creationId xmlns:a16="http://schemas.microsoft.com/office/drawing/2014/main" id="{08776E17-C87A-274D-B513-2E989C7AB58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3"/>
                      <a:srcRect l="36158" t="39258" r="33954" b="35089"/>
                      <a:stretch/>
                    </p:blipFill>
                    <p:spPr>
                      <a:xfrm rot="8438524">
                        <a:off x="4053902" y="4669133"/>
                        <a:ext cx="1440000" cy="647191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4D839B94-1E55-362D-0FAB-45376B4DFA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4227">
                    <a:off x="6055849" y="29132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15B661F0-8610-20F6-F8C0-A4C1A2B595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4227">
                    <a:off x="5228315" y="34671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05E6C1B5-433D-BD15-EAC1-847A515A81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4227">
                    <a:off x="6073812" y="37713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875B1A92-F491-1719-8B10-EDC15B0EB1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4227">
                    <a:off x="4813804" y="30250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91BEB52D-F1C4-1C36-3E1C-F799D1C81A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5411608" y="24203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074F6EF7-5614-B9E8-26DF-9D3BBF750D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6955741" y="29912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400104E1-CD12-2AFE-88FB-72E1043C3D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5661412" y="42749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52600F21-292B-83B0-4696-2BFE97B666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4649426" y="40693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FAA92BC8-07D2-47BF-C6EC-A959419D05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6819696" y="364277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BE609824-3376-2962-8F59-F38111EF99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8658">
                    <a:off x="4611300" y="27416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DBE32948-C31B-F8A0-8F4A-5B50572FB5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6411494" y="20300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AE304883-A35C-F0CA-2429-450212541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6203353" y="30582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ACC7A85A-56AF-5074-A826-54E7E9B9A9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289822">
                    <a:off x="5192821" y="18146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3AD08DB4-E56C-2A2D-A8F8-4133193002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7285047" y="37539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DC9133FF-B518-D8E6-4F2B-E326D2C284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6673294" y="42544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2F19C3B7-8D6B-1C8F-09A6-2E2ECD6E4B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597404">
                    <a:off x="5464882" y="43411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41AE038C-2BF6-7EB1-9173-61CC720A1D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2229">
                    <a:off x="4424312" y="352481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DEC3665A-47C7-C220-54FE-F608771767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69804">
                    <a:off x="4373973" y="31119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7F6EB662-C44B-2297-18AE-1FDE87765F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860580">
                    <a:off x="7375564" y="24090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420C911E-4CB3-4F96-162C-3F7F23F8F7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646857" y="170243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00D30286-3EDF-4975-7856-8C8ACABE90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6158" t="39258" r="33954" b="35089"/>
                <a:stretch/>
              </p:blipFill>
              <p:spPr>
                <a:xfrm rot="20088226">
                  <a:off x="6031373" y="4647906"/>
                  <a:ext cx="1440000" cy="647191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36" name="圖片 35">
                <a:extLst>
                  <a:ext uri="{FF2B5EF4-FFF2-40B4-BE49-F238E27FC236}">
                    <a16:creationId xmlns:a16="http://schemas.microsoft.com/office/drawing/2014/main" id="{9DBC338F-5310-515C-4F97-84CBC7295DC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084227">
                <a:off x="4630622" y="199793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9181F29F-4601-C8FD-8DC7-56ED70E06C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92112">
                <a:off x="4689454" y="467296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1" name="圖片 40">
                <a:extLst>
                  <a:ext uri="{FF2B5EF4-FFF2-40B4-BE49-F238E27FC236}">
                    <a16:creationId xmlns:a16="http://schemas.microsoft.com/office/drawing/2014/main" id="{AD2F8599-0C42-F8CC-C933-BB49358F95D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69794">
                <a:off x="7186284" y="326831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A72D7ABE-109C-5942-B1EA-5E1FBFAC52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69794">
                <a:off x="5821175" y="238003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3" name="圖片 42">
                <a:extLst>
                  <a:ext uri="{FF2B5EF4-FFF2-40B4-BE49-F238E27FC236}">
                    <a16:creationId xmlns:a16="http://schemas.microsoft.com/office/drawing/2014/main" id="{0A403CC6-AE95-69DA-E055-359B0D1C56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5969794">
                <a:off x="4256199" y="2215080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5" name="圖片 44">
                <a:extLst>
                  <a:ext uri="{FF2B5EF4-FFF2-40B4-BE49-F238E27FC236}">
                    <a16:creationId xmlns:a16="http://schemas.microsoft.com/office/drawing/2014/main" id="{0F6F047D-1AB3-320D-5331-2BDA2363EF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562449">
                <a:off x="6750997" y="187044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3B9D263B-8476-EE77-784D-037E71CD6C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562449">
                <a:off x="5000958" y="472077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7" name="圖片 46">
                <a:extLst>
                  <a:ext uri="{FF2B5EF4-FFF2-40B4-BE49-F238E27FC236}">
                    <a16:creationId xmlns:a16="http://schemas.microsoft.com/office/drawing/2014/main" id="{62B89A31-7CCB-6C58-6236-A5CC2EA31B5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534850">
                <a:off x="6313746" y="164715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9ED7CA65-5DAE-A350-4E2C-E41FC68CEC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4793431">
                <a:off x="4279469" y="4261430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7D3986B0-5D88-DAE0-1EFE-BB524FB0BA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84227">
              <a:off x="6325959" y="4063085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5917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C4F99ADF-456F-60DA-CF2F-7866521B970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E984BB9B-9F62-617A-3A9E-537B0705B16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2D8536A8-DF05-836A-E37B-F5272798682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CC61804E-25B6-A54C-ABC5-14D6A35762A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D3102892-3399-4E42-98CA-769C9A37BCAF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00090A0B-6086-BF49-892C-7F3F15FE498C}"/>
                      </a:ext>
                    </a:extLst>
                  </p:cNvPr>
                  <p:cNvGrpSpPr/>
                  <p:nvPr/>
                </p:nvGrpSpPr>
                <p:grpSpPr>
                  <a:xfrm>
                    <a:off x="4811887" y="1934479"/>
                    <a:ext cx="3336225" cy="3483521"/>
                    <a:chOff x="6195272" y="3495643"/>
                    <a:chExt cx="3336225" cy="3483521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9345D08-CCBD-534B-B073-E791577EC0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95272" y="3495643"/>
                      <a:ext cx="3336225" cy="2873015"/>
                      <a:chOff x="5810850" y="3319343"/>
                      <a:chExt cx="3336225" cy="2873015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C4B81B68-CF18-EA47-8A4A-D0ADE1050B7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10850" y="3319343"/>
                        <a:ext cx="3336225" cy="2873015"/>
                        <a:chOff x="7418993" y="3500193"/>
                        <a:chExt cx="3336225" cy="2873015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ABB242FD-9CB8-4F49-9ACA-718D0B42A6A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846455" y="444932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76A28C06-8D61-024C-8EE1-2C5CD6667E2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7418993" y="572951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258BBFB6-89F8-FB44-A18B-FF3356A29F3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093355">
                          <a:off x="8096215" y="38983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00DBBA09-A65D-3640-B344-7AB47086CF4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575088">
                          <a:off x="9400015" y="410538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300A54EE-1505-8C44-81EE-02488603C6D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255866">
                          <a:off x="7440957" y="465145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38FF35EF-9948-3F40-9DD7-85BBC3B16F2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9315218" y="540297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903755AD-BC50-604F-BB6C-6AEFF6F84CB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816384">
                          <a:off x="7375128" y="423271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97C7B413-7B0D-7441-9B49-0E83BC575D3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8482269" y="560503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323615C-E007-2E4C-9D22-4940B59CBCE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570283" y="496242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82A2BC44-11E2-5F45-A214-FB6A9AB3F67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5400000">
                      <a:off x="7468435" y="5935568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ED27FB0E-6B65-22FF-D217-6886A1B441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60974" y="27665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F3AB2C0A-4618-8643-2312-C4CFA64409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831552" y="32520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EE89B2C0-3F3E-6672-4D59-CD51BB759B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25029" y="34497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CACA288D-2549-F19C-D0CD-802F658137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765789" y="42336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9D641EDC-9D6F-6E5B-74E0-118B1DD8EE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05774">
                  <a:off x="5519365" y="42975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6B6328BB-F333-86E0-BE80-4ED165C6D0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05774">
                  <a:off x="4746653" y="31849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B432FEA4-0C74-84D3-19AF-B9D452A3A9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05774">
                  <a:off x="6291601" y="35512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098FEEAF-8726-FB16-568B-E2F7053D68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05774">
                  <a:off x="5348900" y="21636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08BFECB9-F69E-7434-E6EA-A2AC98F33E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17429">
                  <a:off x="4436199" y="41022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10FDAE2F-A110-B78D-EE18-77C5544B61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17429">
                  <a:off x="6944945" y="2971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E4499E81-FCE7-3A87-3005-52DA2A6CCA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760840">
                  <a:off x="4256729" y="27688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E2EA247-9010-C94E-090D-ED31F2EE52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17429">
                  <a:off x="5870953" y="45627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6F0B0DCD-69AE-A1EC-3590-64D97CAA13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17429">
                  <a:off x="5832865" y="17762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350641F9-6052-7D79-E047-B421321D2F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22931">
                  <a:off x="4975254" y="48465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A0331BC3-047D-AF73-7C65-E280778A7E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35064">
                  <a:off x="7131313" y="25869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4818CC0-F097-A8B6-F202-0D3F7F3961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22931">
                  <a:off x="4592786" y="19551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37ED6A5B-120F-61E4-7434-F64C70E660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05902">
                  <a:off x="7191312" y="40452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BDDA5298-43D9-31D1-1656-2B21014066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22931">
                  <a:off x="6655170" y="48736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F5EE12DC-EF8B-7335-3BC5-C448C1AAB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22931">
                  <a:off x="6789698" y="19246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0C4EC4CD-161A-56C2-D935-6C92CFF836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9126933">
                <a:off x="6145594" y="2460224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18424206-0A1E-684F-4DCD-E36C28F640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7377377" y="3453961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76AAED3F-606A-A6B2-6BA6-538A8DBD13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200000">
              <a:off x="4341573" y="2326830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05DD5FAE-57AA-DFBF-BF20-9C14E95D2B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961183">
              <a:off x="4430055" y="4660192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2B35E79F-949F-8E58-8234-04407F827A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961183">
              <a:off x="6547037" y="2828445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E5A1CBD0-7969-9DCF-68F4-90EA8A9F19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961183">
              <a:off x="5418949" y="3061661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67852576-5840-3659-D5BE-58AC3F3F31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2961183">
              <a:off x="5340969" y="4599475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E298A60A-9738-68A7-6E28-21576B5204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567044">
              <a:off x="5224945" y="1574965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137CEB60-4020-F0DA-C942-0B935A50AF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332397" y="3002274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F4BD3F2A-B819-25DF-FF60-9AB2B6BEED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5023742" y="3942646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E22B0DEF-7C2C-DE25-714D-F5FAD82D4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6970556" y="2094272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8071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894232FC-FEE3-1DAF-F66E-7FBD12DEB9D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8495A8C6-CD59-C50E-05B0-07112B6327C0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142339" y="1508554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470870EA-6E77-B84D-093A-477A3E0CDC0C}"/>
                  </a:ext>
                </a:extLst>
              </p:cNvPr>
              <p:cNvGrpSpPr/>
              <p:nvPr/>
            </p:nvGrpSpPr>
            <p:grpSpPr>
              <a:xfrm>
                <a:off x="4142339" y="1508554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CF7E1BB0-8374-B842-AE51-4D87DF514DC5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7A76B3C0-64AA-5E43-A9D7-44E6223B28E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6198A4A8-9C47-F34B-B37A-F1B894B73179}"/>
                      </a:ext>
                    </a:extLst>
                  </p:cNvPr>
                  <p:cNvGrpSpPr/>
                  <p:nvPr/>
                </p:nvGrpSpPr>
                <p:grpSpPr>
                  <a:xfrm>
                    <a:off x="4730604" y="1950853"/>
                    <a:ext cx="3498791" cy="3298293"/>
                    <a:chOff x="563934" y="72728"/>
                    <a:chExt cx="3498791" cy="329829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17CBC80E-3EB4-E94D-B5EA-244F1C2694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3934" y="72728"/>
                      <a:ext cx="3356297" cy="3298293"/>
                      <a:chOff x="-213290" y="63805"/>
                      <a:chExt cx="3356297" cy="329829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23583ED-0A24-6B4F-A1E2-685F3086A9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714543" y="9151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965099A6-247B-BC4E-8DFE-E62380000F3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402334">
                        <a:off x="1703007" y="36289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CB6B87A0-67BF-DE45-90B7-3D5F8070DD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439877" y="23202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3452437F-C13C-444A-AA25-43859DB6E5E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915920">
                        <a:off x="531882" y="18533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20B84510-CB70-FD4C-B2E3-F480EFA4C50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-17906" y="21959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F481904-A493-304C-AB98-40E87FE805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36722">
                        <a:off x="-109039" y="14228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9F1EA586-2F15-2C40-9E73-FD99BE7AFB3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33175">
                        <a:off x="-213290" y="810612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F856D65-26C7-0548-AC12-92B07A672D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225038" y="4619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6E628AF5-32EA-294A-B7B0-9248FADA2BB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 flipV="1">
                        <a:off x="1009129" y="7293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E30D9379-2EEE-5142-A26E-B7BE7F30EE1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>
                      <a:off x="2622725" y="1753664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139FC008-45AA-E6B3-3162-5FC1D1A651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280182" y="31149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039DEEDC-2784-40EE-C3CC-C7E8B1FCD9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48538" y="44137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242A605B-B5F1-5B56-1E21-BA873DD1E9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198465" y="31988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A5525BF0-870F-795B-B96C-785869A97E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115537" y="21780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FBA1FAAD-EC26-67DE-082D-AE8FAB22FC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5861220" y="37955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16E81C2F-386E-F5C1-6DF9-C15841D9CA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6044645" y="32276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ECF11812-66E0-3B21-F931-9196F36261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4350019" y="29244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8E16D19B-DDBF-8830-3DA6-2A4BEFACAC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6052495" y="4413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1DE8D6B-A9BC-14A6-6EAE-9E46DFC6F6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45265">
                  <a:off x="5536997" y="27037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6ACE409-4D4D-73FA-D447-25581DC4B2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68225">
                  <a:off x="7054838" y="26322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1FD5EFA-786E-46C5-1508-DE5131A9B4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68225">
                  <a:off x="5562601" y="21028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61735A1F-55C7-AD25-BF7D-8F40856C00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68225">
                  <a:off x="7023336" y="38736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3D6120C1-9F62-F809-5491-F9E720D2D3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68225">
                  <a:off x="4279887" y="37358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E7C93DA3-9324-34B5-E5C3-FDF0742202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99654">
                  <a:off x="5115989" y="48568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32FCF032-8DED-F2ED-7C17-68907A706A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99654">
                  <a:off x="6756339" y="4434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FB06102F-CE65-0D1C-3B32-4116687AB3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99654">
                  <a:off x="4519575" y="21205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3AA3892E-E3DA-036A-25AC-CFED38D66C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173671">
                  <a:off x="5968264" y="48937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3175E0D1-7213-E2EF-657E-6A939974EE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173671">
                  <a:off x="7148631" y="18456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9A70504E-F442-39ED-7AB8-74575DB99E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434381">
                  <a:off x="4249139" y="316862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804F612C-9667-C1D7-A792-FE48E73DD07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5987645">
                <a:off x="4111651" y="4443646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D1235DFE-C08E-8B43-1CF4-2CFA6D4697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989910">
              <a:off x="4161648" y="2485744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13826DA8-7371-8FD6-8655-7CD26FD037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989910">
              <a:off x="5636962" y="3639054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7C66D226-E615-8B9B-BBAB-38DC6C5818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7395">
              <a:off x="4904848" y="4720095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A0A18BA5-2D3E-3297-052A-31B2E32317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7395">
              <a:off x="4960671" y="3900251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8988D7C0-55CE-6E3B-B37C-04DEEE703C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7395">
              <a:off x="6644289" y="3354807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D92C19A2-9898-8C8B-2457-EAD1414992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37395">
              <a:off x="5183676" y="1944535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F49EFAAF-90B0-DE1A-298C-E4618A8738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131152">
              <a:off x="6555865" y="4863942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AAF8324B-D6FC-CEE8-5FB8-833487CC22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131152">
              <a:off x="6659750" y="1749637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9BB82131-E673-79D6-67D8-64353F4928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131152">
              <a:off x="5024927" y="3187987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089B751B-9EDF-0884-C163-58D5836166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131152">
              <a:off x="7012027" y="2779550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0308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群組 46">
            <a:extLst>
              <a:ext uri="{FF2B5EF4-FFF2-40B4-BE49-F238E27FC236}">
                <a16:creationId xmlns:a16="http://schemas.microsoft.com/office/drawing/2014/main" id="{2BEB0241-4A49-67AC-2EB5-55AA840EBED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8B54EE06-9934-5538-0FB9-05900FF2032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F0D491B3-BD78-894D-B1DF-31EFA259087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sp>
              <p:nvSpPr>
                <p:cNvPr id="2" name="文字方塊 1">
                  <a:extLst>
                    <a:ext uri="{FF2B5EF4-FFF2-40B4-BE49-F238E27FC236}">
                      <a16:creationId xmlns:a16="http://schemas.microsoft.com/office/drawing/2014/main" id="{70CA6EA5-3027-4B47-A9C6-C835E01FE124}"/>
                    </a:ext>
                  </a:extLst>
                </p:cNvPr>
                <p:cNvSpPr txBox="1"/>
                <p:nvPr/>
              </p:nvSpPr>
              <p:spPr>
                <a:xfrm>
                  <a:off x="4320000" y="1440000"/>
                  <a:ext cx="4320000" cy="432000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kumimoji="1" lang="en-US" altLang="zh-TW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endParaRPr kumimoji="1" lang="zh-TW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" name="群組 2">
                  <a:extLst>
                    <a:ext uri="{FF2B5EF4-FFF2-40B4-BE49-F238E27FC236}">
                      <a16:creationId xmlns:a16="http://schemas.microsoft.com/office/drawing/2014/main" id="{E9D53DEF-434F-0148-BCBB-903F3E384543}"/>
                    </a:ext>
                  </a:extLst>
                </p:cNvPr>
                <p:cNvGrpSpPr/>
                <p:nvPr/>
              </p:nvGrpSpPr>
              <p:grpSpPr>
                <a:xfrm>
                  <a:off x="4696209" y="2313987"/>
                  <a:ext cx="3567582" cy="3049149"/>
                  <a:chOff x="4009034" y="348750"/>
                  <a:chExt cx="3567582" cy="3049149"/>
                </a:xfrm>
              </p:grpSpPr>
              <p:grpSp>
                <p:nvGrpSpPr>
                  <p:cNvPr id="4" name="群組 3">
                    <a:extLst>
                      <a:ext uri="{FF2B5EF4-FFF2-40B4-BE49-F238E27FC236}">
                        <a16:creationId xmlns:a16="http://schemas.microsoft.com/office/drawing/2014/main" id="{AD9FEF27-F5E0-A844-AB28-2D32F50CAECB}"/>
                      </a:ext>
                    </a:extLst>
                  </p:cNvPr>
                  <p:cNvGrpSpPr/>
                  <p:nvPr/>
                </p:nvGrpSpPr>
                <p:grpSpPr>
                  <a:xfrm>
                    <a:off x="4009034" y="348750"/>
                    <a:ext cx="3567582" cy="3049149"/>
                    <a:chOff x="4026027" y="623286"/>
                    <a:chExt cx="3567582" cy="3049149"/>
                  </a:xfrm>
                </p:grpSpPr>
                <p:pic>
                  <p:nvPicPr>
                    <p:cNvPr id="6" name="圖片 5">
                      <a:extLst>
                        <a:ext uri="{FF2B5EF4-FFF2-40B4-BE49-F238E27FC236}">
                          <a16:creationId xmlns:a16="http://schemas.microsoft.com/office/drawing/2014/main" id="{6A81CC16-D13E-9B4A-8A4B-216C77698BA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0800000">
                      <a:off x="4026027" y="623286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" name="圖片 6">
                      <a:extLst>
                        <a:ext uri="{FF2B5EF4-FFF2-40B4-BE49-F238E27FC236}">
                          <a16:creationId xmlns:a16="http://schemas.microsoft.com/office/drawing/2014/main" id="{8EFF80B0-649F-9A48-881C-AB86CE31A09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>
                      <a:off x="4930951" y="768503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" name="圖片 7">
                      <a:extLst>
                        <a:ext uri="{FF2B5EF4-FFF2-40B4-BE49-F238E27FC236}">
                          <a16:creationId xmlns:a16="http://schemas.microsoft.com/office/drawing/2014/main" id="{90834D48-4626-2044-9372-4ED95A41E75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2222104">
                      <a:off x="5789743" y="1934741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9" name="圖片 8">
                      <a:extLst>
                        <a:ext uri="{FF2B5EF4-FFF2-40B4-BE49-F238E27FC236}">
                          <a16:creationId xmlns:a16="http://schemas.microsoft.com/office/drawing/2014/main" id="{84FEA76E-59AA-864E-93BC-B142D6291F5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>
                      <a:off x="4487242" y="1471292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" name="圖片 9">
                      <a:extLst>
                        <a:ext uri="{FF2B5EF4-FFF2-40B4-BE49-F238E27FC236}">
                          <a16:creationId xmlns:a16="http://schemas.microsoft.com/office/drawing/2014/main" id="{44118DAC-B069-524B-9B3C-0A510BB4FE0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7858141">
                      <a:off x="5948300" y="2630588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1" name="圖片 10">
                      <a:extLst>
                        <a:ext uri="{FF2B5EF4-FFF2-40B4-BE49-F238E27FC236}">
                          <a16:creationId xmlns:a16="http://schemas.microsoft.com/office/drawing/2014/main" id="{BD8EC355-10F9-B04E-9866-3208A4AEB47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6200000">
                      <a:off x="5076917" y="2241305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2" name="圖片 11">
                      <a:extLst>
                        <a:ext uri="{FF2B5EF4-FFF2-40B4-BE49-F238E27FC236}">
                          <a16:creationId xmlns:a16="http://schemas.microsoft.com/office/drawing/2014/main" id="{CC252A15-1C0F-EB48-A062-2EE4E814D91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5400000">
                      <a:off x="4070329" y="2124961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3" name="圖片 12">
                      <a:extLst>
                        <a:ext uri="{FF2B5EF4-FFF2-40B4-BE49-F238E27FC236}">
                          <a16:creationId xmlns:a16="http://schemas.microsoft.com/office/drawing/2014/main" id="{DEB61FA2-B839-ED41-9762-83DD0BB3179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3348056">
                      <a:off x="4270909" y="2502288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圖片 13">
                      <a:extLst>
                        <a:ext uri="{FF2B5EF4-FFF2-40B4-BE49-F238E27FC236}">
                          <a16:creationId xmlns:a16="http://schemas.microsoft.com/office/drawing/2014/main" id="{8FAB2C1A-AE86-AA41-BC18-CF96D0E6332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3153195">
                      <a:off x="6153609" y="1125008"/>
                      <a:ext cx="1440000" cy="643693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5" name="圖片 4">
                    <a:extLst>
                      <a:ext uri="{FF2B5EF4-FFF2-40B4-BE49-F238E27FC236}">
                        <a16:creationId xmlns:a16="http://schemas.microsoft.com/office/drawing/2014/main" id="{08F6D890-3926-B548-9B76-C22F3F2D6A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36158" t="39258" r="33954" b="35089"/>
                  <a:stretch/>
                </p:blipFill>
                <p:spPr>
                  <a:xfrm rot="2205110">
                    <a:off x="5763570" y="540357"/>
                    <a:ext cx="1440000" cy="647191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5002221B-8781-D29F-8AD3-4E86581A28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858141">
                <a:off x="5896184" y="275515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8B87B5F2-E414-EA21-BB3B-62255A72780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858141">
                <a:off x="5252198" y="343325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8848494E-A2A3-A068-C93F-EAF4D80FCC8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858141">
                <a:off x="5877131" y="379316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D36FA226-18EF-4985-7FAD-6EBAA3182B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858141">
                <a:off x="5416210" y="4443437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F35EC066-4958-F6D2-4D0E-D424D58CBC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15851">
                <a:off x="6140335" y="434081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1" name="圖片 20">
                <a:extLst>
                  <a:ext uri="{FF2B5EF4-FFF2-40B4-BE49-F238E27FC236}">
                    <a16:creationId xmlns:a16="http://schemas.microsoft.com/office/drawing/2014/main" id="{F1D1C90D-2353-442B-55A6-025E02093BC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15851">
                <a:off x="5542672" y="307444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BCF785DA-B071-9967-BB16-BA682BE3A0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15851">
                <a:off x="4590616" y="3177069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3" name="圖片 22">
                <a:extLst>
                  <a:ext uri="{FF2B5EF4-FFF2-40B4-BE49-F238E27FC236}">
                    <a16:creationId xmlns:a16="http://schemas.microsoft.com/office/drawing/2014/main" id="{381B73BF-B69D-D199-AEA9-3844FAC1F4E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4915851">
                <a:off x="6759451" y="394877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4" name="圖片 23">
                <a:extLst>
                  <a:ext uri="{FF2B5EF4-FFF2-40B4-BE49-F238E27FC236}">
                    <a16:creationId xmlns:a16="http://schemas.microsoft.com/office/drawing/2014/main" id="{E3DA0FFF-8245-215B-BE5E-5A7FEAC93D9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448695">
                <a:off x="6983452" y="358657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5" name="圖片 24">
                <a:extLst>
                  <a:ext uri="{FF2B5EF4-FFF2-40B4-BE49-F238E27FC236}">
                    <a16:creationId xmlns:a16="http://schemas.microsoft.com/office/drawing/2014/main" id="{0BC7229D-8ADF-F7ED-D63F-F0F90E48A9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448695">
                <a:off x="6279998" y="309758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6" name="圖片 25">
                <a:extLst>
                  <a:ext uri="{FF2B5EF4-FFF2-40B4-BE49-F238E27FC236}">
                    <a16:creationId xmlns:a16="http://schemas.microsoft.com/office/drawing/2014/main" id="{40D7A183-56D7-09A9-B29A-D84ED782B7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7448695">
                <a:off x="5977549" y="2192555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7" name="圖片 26">
                <a:extLst>
                  <a:ext uri="{FF2B5EF4-FFF2-40B4-BE49-F238E27FC236}">
                    <a16:creationId xmlns:a16="http://schemas.microsoft.com/office/drawing/2014/main" id="{5FBE8800-F1CC-1BAE-567C-5ED9267A88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928205">
                <a:off x="5053219" y="478105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B2A03C67-5FB0-8C98-5493-E19A64FED9F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928205">
                <a:off x="6897876" y="238269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29" name="圖片 28">
                <a:extLst>
                  <a:ext uri="{FF2B5EF4-FFF2-40B4-BE49-F238E27FC236}">
                    <a16:creationId xmlns:a16="http://schemas.microsoft.com/office/drawing/2014/main" id="{C10BD002-A67A-850D-E83E-98F4B3C08F5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9928205">
                <a:off x="5935143" y="4564588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0" name="圖片 29">
                <a:extLst>
                  <a:ext uri="{FF2B5EF4-FFF2-40B4-BE49-F238E27FC236}">
                    <a16:creationId xmlns:a16="http://schemas.microsoft.com/office/drawing/2014/main" id="{B6BF7C37-C737-A96E-F096-945DD14D8B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834148">
                <a:off x="4339988" y="4009366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1" name="圖片 30">
                <a:extLst>
                  <a:ext uri="{FF2B5EF4-FFF2-40B4-BE49-F238E27FC236}">
                    <a16:creationId xmlns:a16="http://schemas.microsoft.com/office/drawing/2014/main" id="{1183BA8E-60FA-3097-2A63-41938A7C8D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834148">
                <a:off x="5299785" y="193450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2" name="圖片 31">
                <a:extLst>
                  <a:ext uri="{FF2B5EF4-FFF2-40B4-BE49-F238E27FC236}">
                    <a16:creationId xmlns:a16="http://schemas.microsoft.com/office/drawing/2014/main" id="{8AD07D2F-9AFA-F8D0-4465-6394DCD6BA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834148">
                <a:off x="4475371" y="3227611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3" name="圖片 32">
                <a:extLst>
                  <a:ext uri="{FF2B5EF4-FFF2-40B4-BE49-F238E27FC236}">
                    <a16:creationId xmlns:a16="http://schemas.microsoft.com/office/drawing/2014/main" id="{A85BBDDF-D95B-A228-14BF-4A9FEA6879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34835">
                <a:off x="6670753" y="4793652"/>
                <a:ext cx="1440000" cy="643693"/>
              </a:xfrm>
              <a:prstGeom prst="rect">
                <a:avLst/>
              </a:prstGeom>
            </p:spPr>
          </p:pic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6DEA69F9-DA32-0010-2EA5-650E6E4F4D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0534835">
                <a:off x="4974533" y="2601687"/>
                <a:ext cx="1440000" cy="643693"/>
              </a:xfrm>
              <a:prstGeom prst="rect">
                <a:avLst/>
              </a:prstGeom>
            </p:spPr>
          </p:pic>
        </p:grp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83A5DE38-B78D-DF63-34FE-8F04CB888F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158" t="39258" r="33954" b="35089"/>
            <a:stretch/>
          </p:blipFill>
          <p:spPr>
            <a:xfrm rot="7728987">
              <a:off x="6031211" y="3344318"/>
              <a:ext cx="1440000" cy="647191"/>
            </a:xfrm>
            <a:prstGeom prst="rect">
              <a:avLst/>
            </a:prstGeom>
            <a:noFill/>
          </p:spPr>
        </p:pic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E52B70F6-30DC-A375-6912-1F49C37C9B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534835">
              <a:off x="5040091" y="3920403"/>
              <a:ext cx="1440000" cy="643693"/>
            </a:xfrm>
            <a:prstGeom prst="rect">
              <a:avLst/>
            </a:prstGeom>
          </p:spPr>
        </p:pic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id="{6DB20D05-8DF2-1F67-A6C9-F73E96DCE7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534835">
              <a:off x="7150777" y="4250953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5DEC4743-F314-95F0-DB08-BD367293F7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534835">
              <a:off x="4436451" y="4544592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AE39D2E0-5D68-E4B3-88C0-0ED70B6D7D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0534835">
              <a:off x="6604878" y="1848945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2E5517EF-D94A-F705-C3C6-846E34675B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693508">
              <a:off x="4495544" y="1848946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61705D27-5EE7-4152-C233-26E5A16F7E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693508">
              <a:off x="5591372" y="1943246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95940D0A-2F9A-877C-50F4-3C2AE9C383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8693508">
              <a:off x="4482322" y="4005781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CD00A38F-5024-67B2-E7C5-009747A053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276041" y="3121088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6F92DD55-74B0-68EA-15E9-F093AC5BF3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256837" y="2759370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60139BA1-F2DA-9AB0-ADB8-BA5FA7E122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>
              <a:off x="5686034" y="4916527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9236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FDFE6717-D372-4D0D-7DEF-F8E10E3FF5F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8D778026-E093-7CCA-AD17-67DB8FC7959D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C4B4D3E9-7B7E-9892-70F9-FB849F741BE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59B98604-F47B-9E41-B260-F86CD500447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5B18F966-4353-F544-8D40-864E8A45EE60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433BEA9C-E978-2E49-A217-885CB6E2073A}"/>
                      </a:ext>
                    </a:extLst>
                  </p:cNvPr>
                  <p:cNvGrpSpPr/>
                  <p:nvPr/>
                </p:nvGrpSpPr>
                <p:grpSpPr>
                  <a:xfrm>
                    <a:off x="4612120" y="1970974"/>
                    <a:ext cx="3735759" cy="3258052"/>
                    <a:chOff x="8019891" y="429615"/>
                    <a:chExt cx="3735759" cy="3258052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6E34D5B1-0882-A842-9BB2-D2F9E0C7E5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019891" y="604411"/>
                      <a:ext cx="3735759" cy="3083256"/>
                      <a:chOff x="7429884" y="1248378"/>
                      <a:chExt cx="3735759" cy="308325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ABE5B57-9C2A-2B43-A5BA-3EF1EB8816A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006285">
                        <a:off x="9644836" y="16614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D0B649B1-1274-2240-BE9B-8FC48D1005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221589">
                        <a:off x="8353842" y="328978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2FBBFF55-FD6D-494D-ABF9-11849C7A4F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773891" y="28856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CA2005F-64C5-754F-95C5-4CB7E7F7366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973070">
                        <a:off x="9207449" y="261339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C912F1E2-E261-0641-9EED-E980B30E721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9152610" y="18496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4FA3C2FD-28CE-D045-AC70-0AFDAEB82C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429884" y="12637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7BFC92D7-C174-1442-ACC9-2EBC4F28A79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455220">
                        <a:off x="9725643" y="316495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FA8E5E3-FDB4-6D46-90E1-B4E2999373B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874752" y="20193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3A0A328A-DE20-FA43-BF80-AF7E5CE4202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233262" y="12483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4DE20882-5A52-404C-927D-6639156A2E5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0800000">
                      <a:off x="9652486" y="429615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0532E5A5-18D6-CDFB-BBC3-909402DE57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5532121" y="28766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3439AC18-7697-B8BD-34A1-104720144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5529949" y="37412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398D49E-B4D0-63EF-39E9-D4E50AAC0E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6297753" y="43645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5CE761DD-5EAC-BFD4-0548-6FCB79FDCA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19138">
                  <a:off x="4363493" y="34612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415A079A-5BF8-4F55-714A-506DB51237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19138">
                  <a:off x="5992338" y="36043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755E7D0D-2146-BDC9-F3D7-5533A491A6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19138">
                  <a:off x="4956728" y="27479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207900E4-E830-F774-34C0-19513FBDD2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34765">
                  <a:off x="4978902" y="43925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2B4D5593-A2E6-5C47-3962-46F79BB3B5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34765">
                  <a:off x="6713886" y="31345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EDBA56D0-8705-1415-4E5B-80E50B94B2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34765">
                  <a:off x="5746729" y="22119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F856F371-F575-FBEB-0188-4F9F20A765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6186">
                  <a:off x="4430151" y="27549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27E52875-2B33-2D5A-E156-480B1642F9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6186">
                  <a:off x="4660783" y="39287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F8B7169A-70CC-FA19-4C25-BFCD32037C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6186">
                  <a:off x="7236821" y="3609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DBA4F85E-F09D-DB02-010F-48BEC5328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6186">
                  <a:off x="5604812" y="30246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B91DE295-A55B-650F-A09F-99D55CB707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0387">
                  <a:off x="6030409" y="17813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F9DB7B5D-BB1B-C768-699A-81267CBE49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0387">
                  <a:off x="6875011" y="20396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7F9E05DA-51AD-5C44-2591-59936BCAFD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0387">
                  <a:off x="5132055" y="18761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3ED68FA3-B077-9B59-019B-BDD4552CA2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00508">
                  <a:off x="6669101" y="47843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61153E7-53D7-BEF3-7AC6-899AA0F7C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00508">
                  <a:off x="4718954" y="46661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2AEFB0F8-5313-A1B3-3A34-A2F995CBB1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096396">
                  <a:off x="5275124" y="472296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CDC69547-C43D-B8BD-C295-6C92508430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82234">
                <a:off x="5920292" y="485310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D578A6E0-17DA-02EF-1CBF-AEF38CA56F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06285">
              <a:off x="6129811" y="3311031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15295138-FAB7-4CC1-DE25-245D55EF3F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006285">
              <a:off x="4983077" y="3525896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AFAEB0EC-C9CB-C733-9AD8-ED46DF80F6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620381">
              <a:off x="7150486" y="2970799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148E6E8C-3B25-8759-7306-75386FDBBB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928728">
              <a:off x="4241935" y="2468441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25F0DAED-9C55-DFB3-EFF0-0BD76B1861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928728">
              <a:off x="4092857" y="3826947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DDD5F67F-7B60-89BE-D318-CC6FB8E240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928728">
              <a:off x="6222552" y="2593080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AC77EE2B-585F-BD6D-F901-CDD6045B96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928728">
              <a:off x="5054885" y="4098377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62679EFC-E28C-3922-C19C-717280FBB9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4928728">
              <a:off x="7111575" y="4557459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D597BAD3-EC0B-F59B-64D1-6FC78683C0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4159945" y="4479178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848B36A0-62AC-060A-52B3-23B1D80A4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400000">
              <a:off x="7270704" y="2335630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93401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2758E9EC-B84A-A23C-DCAA-1D154189A49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0F2517AF-C81D-C32C-DE16-A56B972F60D5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1C9D2D55-012D-6469-BA04-0014D7034BA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2B6FDF02-3282-C543-9F76-6114EA35F24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3EC28B43-7324-DA40-A7E7-C184C5453C0F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9BC25EE0-C826-5B4B-B1D1-F3B762B08B1E}"/>
                      </a:ext>
                    </a:extLst>
                  </p:cNvPr>
                  <p:cNvGrpSpPr/>
                  <p:nvPr/>
                </p:nvGrpSpPr>
                <p:grpSpPr>
                  <a:xfrm>
                    <a:off x="4962674" y="1936518"/>
                    <a:ext cx="3034651" cy="3326963"/>
                    <a:chOff x="1610530" y="3263547"/>
                    <a:chExt cx="3034651" cy="332696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68FAB52-E946-6148-9D7E-A8B86C9397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10530" y="3263547"/>
                      <a:ext cx="3034651" cy="3326963"/>
                      <a:chOff x="1498611" y="3239820"/>
                      <a:chExt cx="3034651" cy="332696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0163F493-50F5-B94E-B8D4-9DA20B3F014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213837" y="36304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2327A97B-6094-A348-885C-D2431C056EC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894768" y="55249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06DB13F8-046D-1449-AE59-E0466457955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093262" y="55464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0414244B-613F-6A46-AF9F-A4AF72A7AF5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2574936" y="52104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169854AC-06FC-8440-A7BE-085094F360E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497909">
                        <a:off x="1282076" y="375723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89C9B46-E1C6-A445-804E-685BC87BAD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185454" y="36379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83ADA731-33C6-A24C-BBE3-C866152AAD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498611" y="50562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0EA7A963-2B60-8B4A-8AD3-F97331B8450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19065">
                        <a:off x="3297278" y="50819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B591B5F-9225-354F-AB51-3B2B5DB9CFC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671516" y="424345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0A8C1DD2-2373-C54C-B3C3-C022DFC1BE7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8197198">
                      <a:off x="3116835" y="4202254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FAFB2D8E-1BA0-2254-0E1F-6884A48BDF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656312" y="37265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6B00AAEC-B6FB-E7AC-3324-4E503E17E5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209613" y="35223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02556707-4BC6-65B8-0DCD-611632AA30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815621" y="31210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3EC3D5F5-1382-478C-719B-24B381E441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047670" y="30710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1BC61082-C63F-C856-FC90-0DAD2C09DC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6055015" y="2858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2D9335F-1EF1-56FC-A710-D1D364E06E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6246329" y="22315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9EB1B7D2-1B35-AC74-C8CA-64D397C936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4761301" y="41959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10FE1E83-1B2C-CB10-BF93-5124DE9084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5914149" y="41030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6752BF11-AEB4-AC9B-4667-E895E20793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84690">
                  <a:off x="5448499" y="24162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D2DFD58B-40AA-D8D7-2B07-F4D07D257A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42156">
                  <a:off x="7325498" y="40235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F21E0763-A4FB-9AD1-01E7-158EF8E46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42156">
                  <a:off x="6058990" y="44955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01F39E03-D6EC-4488-EB91-D2CEE7E7EC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42156">
                  <a:off x="5085547" y="19191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1FB0F44A-F2E1-2220-AFC6-E07A5A178E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642156">
                  <a:off x="4451267" y="26191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61F5C089-FB4D-3406-E88F-3AE18A4470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5706">
                  <a:off x="4394013" y="36330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AB37F02D-445B-1B46-ACD1-79F3F1E4CC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5706">
                  <a:off x="7140671" y="35125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3B4A00D5-C71C-BBB1-4571-CC64D257DA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5706">
                  <a:off x="7023142" y="2469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1947C73D-5C27-E1E0-169F-CE75734C68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5706">
                  <a:off x="5450855" y="46796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25B0AC9A-5FD4-D591-8074-F4274F784D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942758">
                  <a:off x="5697944" y="19560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E4C6BBB7-9FBC-5C6F-1AF9-CB7754A583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03910">
                  <a:off x="7145438" y="458147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ABF36019-BDB1-3507-46E3-6781980A47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21393469">
                <a:off x="4978274" y="4908094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8B0DCB5D-4195-72F9-9020-ACACC9FDEF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232074">
              <a:off x="4326747" y="3129717"/>
              <a:ext cx="1440000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DB49AB88-B45B-1374-B978-81A232D3EC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232074">
              <a:off x="5306041" y="3377728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36580CB3-7FB2-D2ED-F902-8EE7A008DE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7232074">
              <a:off x="4527125" y="4419663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D9A02FDE-055A-E58C-22E4-724A2E450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573821">
              <a:off x="6680546" y="1694178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9E894FA6-CF8E-24B4-0CB7-47D29F9EA9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385000">
              <a:off x="4384436" y="2031524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2F74D1FD-E134-16C9-390F-9C9FC2EA7A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7385000">
              <a:off x="6765657" y="4041102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4F6E49BD-A7FF-2085-BC75-E4F260EDEA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317326">
              <a:off x="6510408" y="4985505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4E9D6631-DC70-D1EF-2645-EB4A1FA1B0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6669665">
              <a:off x="7461958" y="2959870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122423C3-E30C-E4A9-882F-14248FF7D4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56129">
              <a:off x="4160411" y="3680897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5843EC45-3D23-4A97-92E6-D211A11B39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56129">
              <a:off x="6296628" y="2803722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6350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群組 48">
            <a:extLst>
              <a:ext uri="{FF2B5EF4-FFF2-40B4-BE49-F238E27FC236}">
                <a16:creationId xmlns:a16="http://schemas.microsoft.com/office/drawing/2014/main" id="{BC364175-531D-EE68-CD22-EB0A75F8053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27533346-3D7B-6BB3-7825-57BDBAFD2A8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DDD284F5-2C75-7028-AFA2-1A11B6699C96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6" name="群組 15">
                  <a:extLst>
                    <a:ext uri="{FF2B5EF4-FFF2-40B4-BE49-F238E27FC236}">
                      <a16:creationId xmlns:a16="http://schemas.microsoft.com/office/drawing/2014/main" id="{77B86D90-F270-FD41-8CE3-B1A73D4A9B1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1305241B-7345-4E40-86D4-CCFEBE562351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F6AE7049-42A3-6E4F-84F9-F957E851CA89}"/>
                      </a:ext>
                    </a:extLst>
                  </p:cNvPr>
                  <p:cNvGrpSpPr/>
                  <p:nvPr/>
                </p:nvGrpSpPr>
                <p:grpSpPr>
                  <a:xfrm>
                    <a:off x="4777908" y="2148673"/>
                    <a:ext cx="3404183" cy="2902653"/>
                    <a:chOff x="6228915" y="3345660"/>
                    <a:chExt cx="3404183" cy="2902653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E67268D-E8B9-E647-827F-2BE198FAC0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28915" y="3345660"/>
                      <a:ext cx="3190471" cy="2858393"/>
                      <a:chOff x="5670966" y="3319343"/>
                      <a:chExt cx="3190471" cy="2858393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05FA76F5-66FB-AB43-913E-95D0E6EC9A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70966" y="3319343"/>
                        <a:ext cx="2946058" cy="2858393"/>
                        <a:chOff x="7279109" y="3500193"/>
                        <a:chExt cx="2946058" cy="2858393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94B257C6-326E-9349-9795-849E0649D87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808266" y="430815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402F0A25-1965-A846-B30E-2EA1030684A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7586847" y="571489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3A4CB056-D3BB-C74C-9745-5A7EC5271BE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3075379">
                          <a:off x="8096215" y="38983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1D16F263-02DD-DB4B-A250-E2983509A59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575088">
                          <a:off x="7930932" y="445376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2B574298-0391-8A47-A23B-078324A7EE3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9183321" y="5046187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2A60E1F2-C815-1D47-BB15-DF69DAE0483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650577">
                          <a:off x="7279109" y="52214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3D92C5E1-91A3-AB4C-9731-499CA3E6D9B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299401" y="399801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C12FA62E-11C4-1542-809E-D5EFAC574EF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047310">
                          <a:off x="8752677" y="549843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E08A017-2CFD-4F43-8C81-634ACD0B362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17797">
                        <a:off x="7819591" y="383146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F1B2FDC8-9791-A74F-9189-E49A45E52BD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3004264">
                      <a:off x="8193098" y="5601122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910D2F7F-51BF-AE08-31A2-F721260157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641451" y="37873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9E593BBC-706E-DB0B-C82E-F410DE40B7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434378" y="26528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1465FC47-56AF-2A8B-AD72-F6919EC03C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932307" y="43633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951C50A9-B84C-EE1F-F7E5-935F3809C7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7234607" y="40377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E59C5208-7FAA-E120-5C14-DF38039728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6102856" y="36556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BE5BE550-DF4F-1CAD-6391-216836FA89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4800147" y="33801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8A50A283-93E9-EB0B-E6A3-712EE25C4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5615455" y="43404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440510F3-3008-D2AB-6FBB-622CB7F7B1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44182">
                  <a:off x="5598173" y="29312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44024711-8656-FFC5-81EF-49346221AB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4847487" y="23620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E00FF27-46AE-0A80-3FBD-0C65325807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6711645" y="34289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D7103AB2-F43E-27A8-8C84-39F087058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4405450" y="35849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88BF0A95-BEEB-8671-3316-A2E8290331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8251">
                  <a:off x="5583057" y="48458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AE81F56A-E4B5-5198-EBAE-45D24A1B75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8251">
                  <a:off x="6201940" y="24586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284E4AA9-F4F6-9B4E-DEAC-75A2C78BE3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8251">
                  <a:off x="5473284" y="20437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86982D2B-E537-A61E-FE7D-8FD75FD943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11653">
                  <a:off x="4392485" y="43263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1029E6D1-68FA-980E-EA71-9A6AC33895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11653">
                  <a:off x="7028066" y="20082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B7F0EEC2-5A57-8056-159F-92F4FE145F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11653">
                  <a:off x="4282715" y="21746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E8D75873-D903-3037-06BC-7212167F76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943245">
                  <a:off x="6336056" y="48394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CF56DBB8-EF01-6C90-56E6-995AA9400D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51994">
                  <a:off x="7169171" y="320099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10936784-C7C5-1964-B167-555CF1CF3A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3117985">
                <a:off x="5026966" y="2848168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B863E337-7F7E-359D-B7EC-69B94FE67D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716209">
              <a:off x="4413652" y="3181814"/>
              <a:ext cx="1440000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EC26D78B-632E-ECEB-8F77-CF4B5DFAF4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716209">
              <a:off x="5171419" y="4096682"/>
              <a:ext cx="1440000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64B5021B-D0A2-B3AE-7F6D-1AE208EC7E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716209">
              <a:off x="6328395" y="2169410"/>
              <a:ext cx="1440000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C5117993-50F6-02B0-54F6-2063456ECD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3716209">
              <a:off x="6164119" y="4596768"/>
              <a:ext cx="1440000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559C02EC-1BF8-3A0D-D561-AABEB520A2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905241">
              <a:off x="4732965" y="1956659"/>
              <a:ext cx="1440000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4CC217B1-01FB-D8DA-929F-C5637F6447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45085">
              <a:off x="4234154" y="2584065"/>
              <a:ext cx="1440000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FC2723A7-D521-4909-D148-F17E6A2B7A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45085">
              <a:off x="4494650" y="3962157"/>
              <a:ext cx="1440000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A25D913C-F9B8-78C3-1499-941E25F723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45085">
              <a:off x="6837691" y="3923679"/>
              <a:ext cx="1440000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6D0E310D-CCBC-F645-6376-A4B73C51CF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5945085">
              <a:off x="7324378" y="2501698"/>
              <a:ext cx="1440000" cy="643693"/>
            </a:xfrm>
            <a:prstGeom prst="rect">
              <a:avLst/>
            </a:prstGeom>
          </p:spPr>
        </p:pic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4BF745FA-BE47-0CFB-0978-1A16BAAA20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361133">
              <a:off x="5884299" y="1772713"/>
              <a:ext cx="1440000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12732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群組 47">
            <a:extLst>
              <a:ext uri="{FF2B5EF4-FFF2-40B4-BE49-F238E27FC236}">
                <a16:creationId xmlns:a16="http://schemas.microsoft.com/office/drawing/2014/main" id="{834BBE43-28D6-C368-B4D6-BCDA582939F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17C6384A-B783-C484-37A0-7F85E5A556A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EACEC8DD-BEE7-7471-AC8E-3AA526A8562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A11CBE40-D015-1246-803D-D971BF0AAEC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sp>
                <p:nvSpPr>
                  <p:cNvPr id="2" name="文字方塊 1">
                    <a:extLst>
                      <a:ext uri="{FF2B5EF4-FFF2-40B4-BE49-F238E27FC236}">
                        <a16:creationId xmlns:a16="http://schemas.microsoft.com/office/drawing/2014/main" id="{43B1143B-E435-B048-97C5-C53DB464ADFE}"/>
                      </a:ext>
                    </a:extLst>
                  </p:cNvPr>
                  <p:cNvSpPr txBox="1"/>
                  <p:nvPr/>
                </p:nvSpPr>
                <p:spPr>
                  <a:xfrm>
                    <a:off x="4320000" y="1440000"/>
                    <a:ext cx="4320000" cy="432000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en-US" altLang="zh-TW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+</a:t>
                    </a:r>
                    <a:endParaRPr kumimoji="1" lang="zh-TW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" name="群組 2">
                    <a:extLst>
                      <a:ext uri="{FF2B5EF4-FFF2-40B4-BE49-F238E27FC236}">
                        <a16:creationId xmlns:a16="http://schemas.microsoft.com/office/drawing/2014/main" id="{4E54AFDF-5BE9-BB4E-BA9E-4D5BCB2FD57C}"/>
                      </a:ext>
                    </a:extLst>
                  </p:cNvPr>
                  <p:cNvGrpSpPr/>
                  <p:nvPr/>
                </p:nvGrpSpPr>
                <p:grpSpPr>
                  <a:xfrm>
                    <a:off x="4880123" y="2136057"/>
                    <a:ext cx="3199754" cy="2927885"/>
                    <a:chOff x="524021" y="365782"/>
                    <a:chExt cx="3199754" cy="2927885"/>
                  </a:xfrm>
                </p:grpSpPr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B4CF4F87-FA5B-BC4D-9E65-D4015FE99E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24021" y="365782"/>
                      <a:ext cx="3199754" cy="2927885"/>
                      <a:chOff x="65698" y="321647"/>
                      <a:chExt cx="3199754" cy="292788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3F4EAA0-4D6A-D643-ABBB-586C16FA01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256525">
                        <a:off x="1626501" y="13798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A662DE01-C61E-C945-9089-C3397E44C85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91684">
                        <a:off x="-291907" y="10705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522716B7-2F08-3C48-9A43-8788F3992DE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1402701">
                        <a:off x="1825452" y="24714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AEF1344-1062-3C42-B517-80DA02F5039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9206401">
                        <a:off x="1055622" y="7581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13FC9922-4760-A844-B499-449FB7E27E6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5698" y="32164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A5CFF31-E58D-3B4B-A48F-93C9702A28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7043" y="22076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DF0520BC-6D33-0D48-A6DB-AFBFE3A8707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641568" y="3434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A70B4243-79DB-A141-82F7-15A71D60921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269323">
                        <a:off x="394094" y="591216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0AF7F8E6-CB9B-EF4D-9F76-137BD53B68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07446">
                        <a:off x="987923" y="216387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5" name="圖片 4">
                      <a:extLst>
                        <a:ext uri="{FF2B5EF4-FFF2-40B4-BE49-F238E27FC236}">
                          <a16:creationId xmlns:a16="http://schemas.microsoft.com/office/drawing/2014/main" id="{ABC075C5-2875-CD49-B105-CA5F974B127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3"/>
                    <a:srcRect l="36158" t="39258" r="33954" b="35089"/>
                    <a:stretch/>
                  </p:blipFill>
                  <p:spPr>
                    <a:xfrm rot="19038550">
                      <a:off x="804279" y="1931185"/>
                      <a:ext cx="1440000" cy="647191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260ADD20-7133-FFCA-1037-4078B5F2AC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139017" y="30089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A5B3E104-6B71-4216-52FB-8942F6E7BD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386400" y="38865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21E8CD9F-C9DD-C439-983F-4A72DE3176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579017" y="36049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9" name="圖片 18">
                  <a:extLst>
                    <a:ext uri="{FF2B5EF4-FFF2-40B4-BE49-F238E27FC236}">
                      <a16:creationId xmlns:a16="http://schemas.microsoft.com/office/drawing/2014/main" id="{E4BB4DD2-F91A-0526-7902-16066C9511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57769" y="29326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0EE2EE79-43FF-1F91-E868-08D834BE35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53177" y="20363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1" name="圖片 20">
                  <a:extLst>
                    <a:ext uri="{FF2B5EF4-FFF2-40B4-BE49-F238E27FC236}">
                      <a16:creationId xmlns:a16="http://schemas.microsoft.com/office/drawing/2014/main" id="{41F56A79-A814-1BE2-3971-1EB6F4C69D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595233" y="34247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ACB61796-4DCA-8545-D400-43C11571D3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452081" y="43770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B673F942-40AC-7E6D-92B0-8A1C9965BA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219890" y="45126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9B00B3E0-4CF0-D0BF-A29A-6B000F2508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357978" y="34963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3D593405-97A9-3A6E-4D66-F7B946ECB0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69323">
                  <a:off x="4641982" y="454290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B7B6299F-B1D0-F0F6-73B2-EDFB003DA4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69323">
                  <a:off x="5989613" y="340447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A0B03D5C-1DAE-670B-D7EF-58B27B8E31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57323">
                  <a:off x="4310771" y="235461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4B5253BC-B644-1686-0A9D-F72C2E1993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57323">
                  <a:off x="7177492" y="249952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465D5432-55AB-6640-D49B-44BF82331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183584">
                  <a:off x="7177493" y="427001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C68C4CF0-AF3F-33C0-1694-D66643086B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57323">
                  <a:off x="4259223" y="401333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ED0DC016-8438-0238-FF62-6E04DAA67B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223840" y="193276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2585F25-F480-0D0F-64F1-B4C8402C18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357323">
                  <a:off x="4190760" y="305542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94248B03-D128-D3C7-43B7-3372792D29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803141" y="4949415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92E070FA-CB38-A454-F0D0-C18FA67ABD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156273" y="4973647"/>
                  <a:ext cx="1454361" cy="643693"/>
                </a:xfrm>
                <a:prstGeom prst="rect">
                  <a:avLst/>
                </a:prstGeom>
              </p:spPr>
            </p:pic>
          </p:grpSp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D0B939F2-E525-688A-EC70-C58D5A967F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6158" t="39258" r="33954" b="35089"/>
              <a:stretch/>
            </p:blipFill>
            <p:spPr>
              <a:xfrm rot="16749635">
                <a:off x="6720733" y="2786437"/>
                <a:ext cx="1440000" cy="647191"/>
              </a:xfrm>
              <a:prstGeom prst="rect">
                <a:avLst/>
              </a:prstGeom>
              <a:noFill/>
            </p:spPr>
          </p:pic>
        </p:grpSp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2DB605E9-2F16-3460-DFAA-4629D80281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69323">
              <a:off x="6988077" y="3101134"/>
              <a:ext cx="1454361" cy="643693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id="{E4B82119-FBD3-5D77-6BF4-62DB711BEB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3269323">
              <a:off x="4752940" y="2340586"/>
              <a:ext cx="1454361" cy="643693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0EE5103A-3ED3-2419-DA73-9025DD2DC8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896295">
              <a:off x="4167371" y="4538864"/>
              <a:ext cx="1454361" cy="643693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5D8A5A56-DDC3-F1F9-C55F-1701CB74E7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896295">
              <a:off x="5516834" y="2911048"/>
              <a:ext cx="1454361" cy="643693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4276B6AD-81D9-F2A7-F410-8E3ABEAD1A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21403630">
              <a:off x="5888001" y="4983251"/>
              <a:ext cx="1454361" cy="643693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83A7077B-16B9-2B81-37CA-CFF32F0257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92660">
              <a:off x="7157748" y="2131414"/>
              <a:ext cx="1454361" cy="643693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CC98DAB2-5890-6CF9-E164-BDC9461977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8792660">
              <a:off x="4468990" y="1933223"/>
              <a:ext cx="1454361" cy="643693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78300F92-B740-2C62-FA78-98F8BE4C75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06171">
              <a:off x="5120778" y="1845744"/>
              <a:ext cx="1454361" cy="643693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0E0F1CC4-9F13-CC38-CCDD-0329883BAE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06171">
              <a:off x="6511074" y="4714008"/>
              <a:ext cx="1454361" cy="643693"/>
            </a:xfrm>
            <a:prstGeom prst="rect">
              <a:avLst/>
            </a:prstGeom>
          </p:spPr>
        </p:pic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7F89A7F7-1438-5423-ED86-0A006B2FBD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11206171">
              <a:off x="6464770" y="1684738"/>
              <a:ext cx="1454361" cy="64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086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52</Words>
  <Application>Microsoft Office PowerPoint</Application>
  <PresentationFormat>寬螢幕</PresentationFormat>
  <Paragraphs>52</Paragraphs>
  <Slides>50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勝旭 黃</cp:lastModifiedBy>
  <cp:revision>19</cp:revision>
  <dcterms:created xsi:type="dcterms:W3CDTF">2022-01-16T08:49:09Z</dcterms:created>
  <dcterms:modified xsi:type="dcterms:W3CDTF">2022-09-02T05:37:55Z</dcterms:modified>
</cp:coreProperties>
</file>