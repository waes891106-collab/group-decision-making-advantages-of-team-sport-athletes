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8"/>
    <p:restoredTop sz="94707"/>
  </p:normalViewPr>
  <p:slideViewPr>
    <p:cSldViewPr snapToGrid="0" snapToObjects="1" showGuides="1">
      <p:cViewPr varScale="1">
        <p:scale>
          <a:sx n="145" d="100"/>
          <a:sy n="145" d="100"/>
        </p:scale>
        <p:origin x="200" y="240"/>
      </p:cViewPr>
      <p:guideLst>
        <p:guide orient="horz" pos="259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B119CB-3A9F-FF40-8FC3-7295CA97C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A0011D3-188F-2149-A365-C228C61480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E134A8F-02F0-1244-B6D2-E0AB85F09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AC882C4-DF27-D846-A372-EABF98782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CF66AE6-E9BF-614C-8A12-B9E857626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41291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0B71A4-D1F6-CC45-B4EE-672379ADF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80D534-C68C-6048-9CF4-45252D798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DFD0803-8161-8C40-B10B-2722CA9AF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BBD775-9641-5B4A-A37F-11674F2A6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4EAAF20-2E32-2249-AAC4-A6133661E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2783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30ED4C-7E1B-EF4C-BE9F-9F65E31FD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6CE5896-D5F3-5145-B6D3-7E6630D37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DAF359-AED2-E34D-BB44-2F90443EE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54A1FD-2261-0043-9579-543B734DD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4602591-080B-074F-BC1F-D334F8214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6772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60BFA2-7E07-6746-A9CF-878CA9500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FE6540-D279-4643-A232-253D5A701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2D724FB-36E3-084C-A34A-2E415A62F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FBDC2D1-62CD-9D4C-9CFA-3554AC311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2022/1/20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0F6F828-28D5-334A-958F-F96078BF5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F731E60-B079-5541-82C3-441AFD85F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46782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50F037-D0F9-C348-B6A4-AE431ADB9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7380037-4B06-4948-ABA3-8E8302E22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F3CA1C9-E1A8-0C4B-837F-101315AFD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30DE51A-0CDB-3B4D-B1E9-FBC4CD29F4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09D9818-8F55-F945-BCE2-E0F0EA6357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5CC34C0-E3E2-2D4E-B0EE-55EDE24E3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2022/1/20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BA090DF-3EEC-6F48-98B1-377C9F801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BEDD677-6E6C-534F-B370-9D4DC6A0C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03086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0541AC-262F-B246-9B67-20A38795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ECF924A-6D4D-7149-ADF9-965251397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2022/1/20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B0BF5E-F42E-BD42-83DC-7B4050ADA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208DA23-E46D-6B42-AFBE-9933674EA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39459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56202C9-2235-6840-9FDE-A39E0282B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2022/1/20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302638C-3224-7242-B7B0-72E8941D9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DE79102-F959-EF4C-B67D-4333E91DD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0668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04E58C-BEC5-DB41-AEBC-4D9CF82E4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AB1B4A-C366-4343-B94A-FA352FA05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D1334D2-D98A-9742-BB04-BEFA63FCF4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3956EAA-B2FB-6F43-AF78-80FAFD52A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2022/1/20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7A37126-FD87-DB43-B94A-F185F174D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4D561A8-1338-6248-8770-77B945E57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1580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C5B4E9-0A09-764A-932A-1964B9AE9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26AC4F5-96BA-8247-893F-D7A23BCBC7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5ACF5CB-408A-0C4C-A57F-BE48E4DD0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9DA68F4-7B90-6841-B87B-720AE8B1F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2022/1/20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6382FB5-C197-D540-B93C-FB7E264E0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F23FEA8-CEF6-6244-894C-FA20E5977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17373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9D384A-4F5E-624D-BA76-9317C2A36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038B9E1-54A7-B445-AC88-2654557BB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BC26AC2-2E26-1842-B879-BD8FEBA7A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828C254-3684-BC41-9DCA-E6BBA7A6B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BB1A453-44D7-1241-8B79-E73994417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09997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76137B2-3FC2-484A-9819-D0FCB15D57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D2A0DD5-BF15-1747-9E80-247C8356B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B02A59-FB8C-6549-ABF8-18DC3A85F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E9E9EA3-A9D7-834A-AE6D-FFFA18F04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5513A0-491C-F947-AE31-7C4039652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04956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05D540B-B96E-0C4A-8BBA-F1C696EDB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0BB34DA-32A3-924E-85BB-C4699BB39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6C2E15-9616-674F-A44B-A8C60DE06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06A38-E1CE-E54F-90FE-A6B31CEEB665}" type="datetimeFigureOut">
              <a:rPr kumimoji="1" lang="zh-TW" altLang="en-US" smtClean="0"/>
              <a:t>2022/1/20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FC355B0-BAE2-C84E-A52B-A0516C577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6B0F006-ADC2-D945-9AD7-9E57E04F41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45542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DC1281AA-9E40-A14E-89D9-FD33DA6A44F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84;p1"/>
            <p:cNvGrpSpPr/>
            <p:nvPr/>
          </p:nvGrpSpPr>
          <p:grpSpPr>
            <a:xfrm>
              <a:off x="5326548" y="1960596"/>
              <a:ext cx="2970995" cy="3278165"/>
              <a:chOff x="398958" y="-45527"/>
              <a:chExt cx="2970995" cy="3278165"/>
            </a:xfrm>
          </p:grpSpPr>
          <p:pic>
            <p:nvPicPr>
              <p:cNvPr id="4" name="Google Shape;88;p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3956203">
                <a:off x="1460081" y="149750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89;p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8723310">
                <a:off x="1195986" y="79225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90;p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103002">
                <a:off x="749229" y="211121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91;p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6325457">
                <a:off x="96411" y="156838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92;p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4595020">
                <a:off x="805" y="79450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93;p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4405305">
                <a:off x="1825271" y="219079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94;p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7106906">
                <a:off x="5427" y="210770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95;p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009082">
                <a:off x="1478225" y="35262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96;p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469109">
                <a:off x="1929953" y="108925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" name="Google Shape;97;p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8952632" flipH="1">
                <a:off x="724382" y="28914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3785364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18D9A3B0-0FFA-2A41-9095-0F858BD14211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98;p1"/>
            <p:cNvGrpSpPr/>
            <p:nvPr/>
          </p:nvGrpSpPr>
          <p:grpSpPr>
            <a:xfrm>
              <a:off x="5132917" y="2085602"/>
              <a:ext cx="2694165" cy="3409589"/>
              <a:chOff x="4605253" y="523678"/>
              <a:chExt cx="2694165" cy="3409589"/>
            </a:xfrm>
          </p:grpSpPr>
          <p:pic>
            <p:nvPicPr>
              <p:cNvPr id="4" name="Google Shape;102;p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822438">
                <a:off x="4237106" y="92183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103;p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6234576">
                <a:off x="5351910" y="289142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104;p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7875314">
                <a:off x="4742037" y="205156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105;p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0577039">
                <a:off x="4776606" y="102658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106;p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4888123">
                <a:off x="5858499" y="136486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107;p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4179700">
                <a:off x="5465760" y="225491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108;p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4694653">
                <a:off x="6257572" y="211516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109;p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3123167">
                <a:off x="4218816" y="145114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110;p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5766498" y="70884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" name="Google Shape;111;p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109913">
                <a:off x="4207100" y="277862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2522913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717D1311-62D6-FF48-ADA0-992506541EB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" name="Google Shape;112;p1"/>
            <p:cNvGrpSpPr/>
            <p:nvPr/>
          </p:nvGrpSpPr>
          <p:grpSpPr>
            <a:xfrm>
              <a:off x="4922612" y="2031423"/>
              <a:ext cx="2941979" cy="3137154"/>
              <a:chOff x="7850454" y="959755"/>
              <a:chExt cx="2941979" cy="3137154"/>
            </a:xfrm>
          </p:grpSpPr>
          <p:pic>
            <p:nvPicPr>
              <p:cNvPr id="5" name="Google Shape;116;p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6404823">
                <a:off x="7960745" y="185969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117;p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4558853">
                <a:off x="7830075" y="305506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118;p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0155065">
                <a:off x="8985275" y="242489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119;p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385965">
                <a:off x="7850454" y="104320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120;p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4121512">
                <a:off x="8758737" y="135790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121;p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6616938">
                <a:off x="8296341" y="293541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122;p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7573710">
                <a:off x="9555161" y="288560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123;p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7909649">
                <a:off x="9479485" y="200534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124;p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15750">
                <a:off x="9352433" y="141868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" name="Google Shape;125;p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7283435">
                <a:off x="7704385" y="214293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1724814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5D4F6663-83E0-CB44-BBF5-4A3CBDA3242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" name="Google Shape;126;p1"/>
            <p:cNvGrpSpPr/>
            <p:nvPr/>
          </p:nvGrpSpPr>
          <p:grpSpPr>
            <a:xfrm>
              <a:off x="4782828" y="2080664"/>
              <a:ext cx="3394343" cy="3409985"/>
              <a:chOff x="1439792" y="3344300"/>
              <a:chExt cx="3394343" cy="3409985"/>
            </a:xfrm>
          </p:grpSpPr>
          <p:pic>
            <p:nvPicPr>
              <p:cNvPr id="5" name="Google Shape;130;p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227772">
                <a:off x="2795633" y="451496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131;p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3955737">
                <a:off x="1478225" y="381813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132;p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918017">
                <a:off x="3394135" y="524068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133;p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0282533">
                <a:off x="1439792" y="450804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134;p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6669355">
                <a:off x="2116136" y="521307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135;p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4537055">
                <a:off x="3519409" y="409016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136;p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4828238">
                <a:off x="2846847" y="374245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137;p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605182">
                <a:off x="1647198" y="551965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138;p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3484711">
                <a:off x="2687043" y="571243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" name="Google Shape;139;p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271784">
                <a:off x="1985438" y="377221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1072868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5B4F53EA-90A7-BE4F-81D9-B152DC210F7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" name="Google Shape;140;p1"/>
            <p:cNvGrpSpPr/>
            <p:nvPr/>
          </p:nvGrpSpPr>
          <p:grpSpPr>
            <a:xfrm>
              <a:off x="4621734" y="1947222"/>
              <a:ext cx="3400715" cy="3305556"/>
              <a:chOff x="5364018" y="3434847"/>
              <a:chExt cx="3400715" cy="3305556"/>
            </a:xfrm>
          </p:grpSpPr>
          <p:grpSp>
            <p:nvGrpSpPr>
              <p:cNvPr id="5" name="Google Shape;141;p1"/>
              <p:cNvGrpSpPr/>
              <p:nvPr/>
            </p:nvGrpSpPr>
            <p:grpSpPr>
              <a:xfrm>
                <a:off x="5364018" y="3876389"/>
                <a:ext cx="3400715" cy="2864014"/>
                <a:chOff x="7068253" y="3960758"/>
                <a:chExt cx="3400715" cy="2864014"/>
              </a:xfrm>
            </p:grpSpPr>
            <p:pic>
              <p:nvPicPr>
                <p:cNvPr id="7" name="Google Shape;145;p1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6080950">
                  <a:off x="7271280" y="4606792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8" name="Google Shape;146;p1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9284543">
                  <a:off x="9028968" y="4646075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9" name="Google Shape;147;p1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>
                  <a:off x="7947349" y="5419272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0" name="Google Shape;148;p1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5152406">
                  <a:off x="8865294" y="5782925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1" name="Google Shape;149;p1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683733">
                  <a:off x="8334659" y="4433825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2" name="Google Shape;150;p1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9439640">
                  <a:off x="7068253" y="5426198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3" name="Google Shape;151;p1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10090931">
                  <a:off x="8223789" y="5750273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4" name="Google Shape;152;p1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10060003">
                  <a:off x="8839527" y="3960758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5" name="Google Shape;153;p1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6445508">
                  <a:off x="9096959" y="5366642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6" name="Google Shape;154;p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4436101">
                <a:off x="5925346" y="383300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3411301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7965B53B-FCB2-2B4D-94D6-42FF0D1B258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159;p2"/>
            <p:cNvGrpSpPr/>
            <p:nvPr/>
          </p:nvGrpSpPr>
          <p:grpSpPr>
            <a:xfrm>
              <a:off x="4766450" y="2077914"/>
              <a:ext cx="3724200" cy="3044171"/>
              <a:chOff x="-70919" y="-58258"/>
              <a:chExt cx="3724200" cy="3044171"/>
            </a:xfrm>
          </p:grpSpPr>
          <p:sp>
            <p:nvSpPr>
              <p:cNvPr id="5" name="Google Shape;162;p2"/>
              <p:cNvSpPr txBox="1"/>
              <p:nvPr/>
            </p:nvSpPr>
            <p:spPr>
              <a:xfrm>
                <a:off x="106190" y="1454139"/>
                <a:ext cx="3033655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6" name="Google Shape;163;p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3956203">
                <a:off x="1290553" y="175654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164;p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7522738">
                <a:off x="1415354" y="81744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165;p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103002">
                <a:off x="737027" y="234222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166;p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3677563">
                <a:off x="96411" y="156838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167;p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4595020">
                <a:off x="104034" y="74261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168;p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139288">
                <a:off x="1879168" y="219159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169;p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9269440">
                <a:off x="-70919" y="215490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170;p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009082">
                <a:off x="1169499" y="33989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" name="Google Shape;171;p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469109">
                <a:off x="2213281" y="111498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172;p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9825754" flipH="1">
                <a:off x="724382" y="28914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3635355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961C9B1-6115-054D-A932-C43FE8BE24A3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173;p2"/>
            <p:cNvGrpSpPr/>
            <p:nvPr/>
          </p:nvGrpSpPr>
          <p:grpSpPr>
            <a:xfrm>
              <a:off x="4883022" y="1959603"/>
              <a:ext cx="3193955" cy="3192779"/>
              <a:chOff x="4245152" y="336643"/>
              <a:chExt cx="3193955" cy="3192779"/>
            </a:xfrm>
          </p:grpSpPr>
          <p:pic>
            <p:nvPicPr>
              <p:cNvPr id="4" name="Google Shape;177;p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822438">
                <a:off x="4237106" y="92183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178;p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488825">
                <a:off x="4937444" y="263530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179;p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967243">
                <a:off x="4324822" y="248757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180;p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9117169">
                <a:off x="4530797" y="128543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181;p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862535">
                <a:off x="5858499" y="136486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182;p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5582900" y="217713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183;p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8571112">
                <a:off x="5999107" y="249926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184;p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4241999">
                <a:off x="5324604" y="76599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185;p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400000">
                <a:off x="5984606" y="73479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186;p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43177">
                <a:off x="4245152" y="183798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4201372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4A5F3C2-5F0F-E048-836D-5CBCD5D14730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187;p2"/>
            <p:cNvGrpSpPr/>
            <p:nvPr/>
          </p:nvGrpSpPr>
          <p:grpSpPr>
            <a:xfrm>
              <a:off x="5047847" y="1740892"/>
              <a:ext cx="2992932" cy="3718216"/>
              <a:chOff x="8027303" y="632728"/>
              <a:chExt cx="2992932" cy="3718216"/>
            </a:xfrm>
          </p:grpSpPr>
          <p:pic>
            <p:nvPicPr>
              <p:cNvPr id="4" name="Google Shape;191;p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411426">
                <a:off x="8027303" y="209141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192;p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7800373">
                <a:off x="9011302" y="315817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193;p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0155065">
                <a:off x="8814916" y="255500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194;p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400000">
                <a:off x="7882971" y="103088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195;p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3173130">
                <a:off x="8627256" y="143398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196;p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106019">
                <a:off x="8039859" y="330909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197;p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205903">
                <a:off x="9580235" y="287238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198;p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819294">
                <a:off x="9301056" y="203631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199;p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206283">
                <a:off x="9352433" y="141868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200;p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7283435">
                <a:off x="7771614" y="242565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2333490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B89AA429-1EC6-7A46-9E85-EE026B86D4D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201;p2"/>
            <p:cNvGrpSpPr/>
            <p:nvPr/>
          </p:nvGrpSpPr>
          <p:grpSpPr>
            <a:xfrm>
              <a:off x="4710747" y="2059406"/>
              <a:ext cx="3261445" cy="3081187"/>
              <a:chOff x="1337201" y="3191386"/>
              <a:chExt cx="3261445" cy="3081187"/>
            </a:xfrm>
          </p:grpSpPr>
          <p:pic>
            <p:nvPicPr>
              <p:cNvPr id="4" name="Google Shape;205;p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7395096">
                <a:off x="3117577" y="473313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206;p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8839153">
                <a:off x="1337201" y="370524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207;p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918017">
                <a:off x="3158646" y="562888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208;p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514355">
                <a:off x="1943815" y="457395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209;p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837263">
                <a:off x="1188112" y="516862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210;p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7270555">
                <a:off x="3005725" y="387828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211;p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4828238">
                <a:off x="3143375" y="358953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212;p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9392236">
                <a:off x="1796993" y="540316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213;p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539588">
                <a:off x="2430006" y="502024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214;p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6242426">
                <a:off x="1948205" y="393932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1688442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9DB71BD-2FB9-2944-9439-DCB83E42C56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215;p2"/>
            <p:cNvGrpSpPr/>
            <p:nvPr/>
          </p:nvGrpSpPr>
          <p:grpSpPr>
            <a:xfrm>
              <a:off x="4844640" y="2219028"/>
              <a:ext cx="3270720" cy="3122663"/>
              <a:chOff x="5726388" y="3563294"/>
              <a:chExt cx="3270720" cy="3122663"/>
            </a:xfrm>
          </p:grpSpPr>
          <p:pic>
            <p:nvPicPr>
              <p:cNvPr id="4" name="Google Shape;216;p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800000">
                <a:off x="5789676" y="357111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5" name="Google Shape;217;p2"/>
              <p:cNvGrpSpPr/>
              <p:nvPr/>
            </p:nvGrpSpPr>
            <p:grpSpPr>
              <a:xfrm>
                <a:off x="5726388" y="3563294"/>
                <a:ext cx="3270720" cy="3122663"/>
                <a:chOff x="7334531" y="3744144"/>
                <a:chExt cx="3270720" cy="3122663"/>
              </a:xfrm>
            </p:grpSpPr>
            <p:pic>
              <p:nvPicPr>
                <p:cNvPr id="6" name="Google Shape;221;p2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6080950">
                  <a:off x="7592679" y="4915229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" name="Google Shape;222;p2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7948442">
                  <a:off x="9145603" y="4682574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8" name="Google Shape;223;p2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10003580">
                  <a:off x="8418187" y="5352763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9" name="Google Shape;224;p2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7390021">
                  <a:off x="7859224" y="5824960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0" name="Google Shape;225;p2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683733">
                  <a:off x="7334531" y="4435925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1" name="Google Shape;226;p2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2892280">
                  <a:off x="8473043" y="4142297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2" name="Google Shape;227;p2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208772">
                  <a:off x="9165251" y="5761390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3" name="Google Shape;228;p2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10060003">
                  <a:off x="8839527" y="3960758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4" name="Google Shape;229;p2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1401933">
                  <a:off x="7380514" y="5430964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10877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F64A3A3-7CB6-7E43-8301-B35FFB522A39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234;p3"/>
            <p:cNvGrpSpPr/>
            <p:nvPr/>
          </p:nvGrpSpPr>
          <p:grpSpPr>
            <a:xfrm>
              <a:off x="4900881" y="1994618"/>
              <a:ext cx="3158238" cy="2944720"/>
              <a:chOff x="-58647" y="106712"/>
              <a:chExt cx="3158238" cy="2944720"/>
            </a:xfrm>
          </p:grpSpPr>
          <p:pic>
            <p:nvPicPr>
              <p:cNvPr id="4" name="Google Shape;238;p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3956203">
                <a:off x="117903" y="180324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239;p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4447690">
                <a:off x="1804055" y="50486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240;p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103002">
                <a:off x="330117" y="240773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241;p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051301">
                <a:off x="326915" y="150791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242;p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400000">
                <a:off x="1250573" y="62760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243;p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9736620">
                <a:off x="1659591" y="196936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244;p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8824182">
                <a:off x="-58647" y="64396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245;p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372079">
                <a:off x="1221174" y="2042354"/>
                <a:ext cx="1454361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246;p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4330683">
                <a:off x="1813654" y="137255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247;p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9825754" flipH="1">
                <a:off x="632949" y="19886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2299348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1B04024E-9A60-C54E-84DC-158896A0DCF6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248;p3"/>
            <p:cNvGrpSpPr/>
            <p:nvPr/>
          </p:nvGrpSpPr>
          <p:grpSpPr>
            <a:xfrm>
              <a:off x="4906184" y="1456843"/>
              <a:ext cx="3147631" cy="3382287"/>
              <a:chOff x="4241112" y="83629"/>
              <a:chExt cx="3147631" cy="3382287"/>
            </a:xfrm>
          </p:grpSpPr>
          <p:pic>
            <p:nvPicPr>
              <p:cNvPr id="4" name="Google Shape;252;p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6652572">
                <a:off x="4108839" y="107451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253;p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0357116">
                <a:off x="5913306" y="269913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254;p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913891">
                <a:off x="4843060" y="274326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255;p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686178">
                <a:off x="5009588" y="106537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256;p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862535">
                <a:off x="5948743" y="112040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257;p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3600452">
                <a:off x="4112475" y="242406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258;p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7157677">
                <a:off x="6011972" y="181846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259;p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4241999">
                <a:off x="5400812" y="48178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260;p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9277461">
                <a:off x="4241112" y="172437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261;p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5673592" y="217063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1811638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7457363D-F9A8-A54E-ACEB-59996D3DCD33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262;p3"/>
            <p:cNvGrpSpPr/>
            <p:nvPr/>
          </p:nvGrpSpPr>
          <p:grpSpPr>
            <a:xfrm>
              <a:off x="4930213" y="2050241"/>
              <a:ext cx="3099573" cy="3001577"/>
              <a:chOff x="7835101" y="967815"/>
              <a:chExt cx="3099573" cy="3001577"/>
            </a:xfrm>
          </p:grpSpPr>
          <p:pic>
            <p:nvPicPr>
              <p:cNvPr id="4" name="Google Shape;266;p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0331519">
                <a:off x="9325483" y="96781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267;p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7800373">
                <a:off x="8006066" y="215611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268;p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0155065">
                <a:off x="7886377" y="114937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269;p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637874">
                <a:off x="8514852" y="143127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270;p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742163">
                <a:off x="7528118" y="172489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271;p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93388">
                <a:off x="8799002" y="294949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272;p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977704">
                <a:off x="9494674" y="332569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273;p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819294">
                <a:off x="9268965" y="264050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274;p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815501">
                <a:off x="9429800" y="202562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275;p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553477">
                <a:off x="7835101" y="309421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3549302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71904D01-3F21-F048-9201-E52E8322DE0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276;p3"/>
            <p:cNvGrpSpPr/>
            <p:nvPr/>
          </p:nvGrpSpPr>
          <p:grpSpPr>
            <a:xfrm>
              <a:off x="4954493" y="1933307"/>
              <a:ext cx="3051013" cy="3333386"/>
              <a:chOff x="1542345" y="3331267"/>
              <a:chExt cx="3051013" cy="3333386"/>
            </a:xfrm>
          </p:grpSpPr>
          <p:sp>
            <p:nvSpPr>
              <p:cNvPr id="4" name="Google Shape;279;p3"/>
              <p:cNvSpPr txBox="1"/>
              <p:nvPr/>
            </p:nvSpPr>
            <p:spPr>
              <a:xfrm>
                <a:off x="1542345" y="4667833"/>
                <a:ext cx="3033655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" name="Google Shape;280;p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7395096">
                <a:off x="1520505" y="457457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281;p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4580675">
                <a:off x="1363476" y="382033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282;p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7279473">
                <a:off x="1949728" y="555294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283;p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400000">
                <a:off x="3551512" y="457199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284;p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837263">
                <a:off x="1935697" y="372942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285;p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7270555">
                <a:off x="1254681" y="525744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286;p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774165">
                <a:off x="2777825" y="508833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287;p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7178078">
                <a:off x="3058370" y="562280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288;p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0640736">
                <a:off x="3035674" y="393570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" name="Google Shape;289;p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380153">
                <a:off x="2780524" y="358787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4199312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196ACDBF-0E08-DD46-9162-FCEF479A3A2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290;p3"/>
            <p:cNvGrpSpPr/>
            <p:nvPr/>
          </p:nvGrpSpPr>
          <p:grpSpPr>
            <a:xfrm>
              <a:off x="4631324" y="1977688"/>
              <a:ext cx="3289789" cy="3244624"/>
              <a:chOff x="5496452" y="3409271"/>
              <a:chExt cx="3289789" cy="3244624"/>
            </a:xfrm>
          </p:grpSpPr>
          <p:pic>
            <p:nvPicPr>
              <p:cNvPr id="4" name="Google Shape;291;p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7780687">
                <a:off x="6723247" y="407987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5" name="Google Shape;292;p3"/>
              <p:cNvGrpSpPr/>
              <p:nvPr/>
            </p:nvGrpSpPr>
            <p:grpSpPr>
              <a:xfrm>
                <a:off x="5496452" y="3409271"/>
                <a:ext cx="3289789" cy="3244624"/>
                <a:chOff x="7104595" y="3590121"/>
                <a:chExt cx="3289789" cy="3244624"/>
              </a:xfrm>
            </p:grpSpPr>
            <p:pic>
              <p:nvPicPr>
                <p:cNvPr id="6" name="Google Shape;296;p3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6080950">
                  <a:off x="8712139" y="5464821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" name="Google Shape;297;p3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5241005">
                  <a:off x="9184531" y="4602354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8" name="Google Shape;298;p3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10003580">
                  <a:off x="7904978" y="5685579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9" name="Google Shape;299;p3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7390021">
                  <a:off x="9151466" y="5792898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0" name="Google Shape;300;p3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10492584">
                  <a:off x="7104595" y="4192405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1" name="Google Shape;301;p3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2892280">
                  <a:off x="8072937" y="3988274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2" name="Google Shape;302;p3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2449622">
                  <a:off x="7607838" y="4918299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3" name="Google Shape;303;p3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10060003">
                  <a:off x="8954384" y="3743273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4" name="Google Shape;304;p3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468087">
                  <a:off x="7248466" y="5560069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16791109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群組 2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0E99A0FF-7392-8745-AA28-5C8B77915F57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7" name="Google Shape;309;p4"/>
            <p:cNvGrpSpPr/>
            <p:nvPr/>
          </p:nvGrpSpPr>
          <p:grpSpPr>
            <a:xfrm>
              <a:off x="5109744" y="1882918"/>
              <a:ext cx="2962429" cy="3434163"/>
              <a:chOff x="188357" y="-75979"/>
              <a:chExt cx="2962429" cy="3434163"/>
            </a:xfrm>
          </p:grpSpPr>
          <p:pic>
            <p:nvPicPr>
              <p:cNvPr id="18" name="Google Shape;313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400000">
                <a:off x="-191283" y="190790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" name="Google Shape;314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737016">
                <a:off x="1586685" y="242241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" name="Google Shape;315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103002">
                <a:off x="188357" y="42319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" name="Google Shape;316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051301">
                <a:off x="1485175" y="32217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" name="Google Shape;317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400000">
                <a:off x="401744" y="231633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" name="Google Shape;318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9736620">
                <a:off x="1710786" y="160701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" name="Google Shape;319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605446">
                <a:off x="212174" y="114690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" name="Google Shape;320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3975285">
                <a:off x="807514" y="2080678"/>
                <a:ext cx="1454361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" name="Google Shape;321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4330683">
                <a:off x="1610648" y="113680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" name="Google Shape;322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9825754" flipH="1">
                <a:off x="1150573" y="44481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54053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E4DD9AF-F69B-524D-B5D5-9B70F757904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323;p4"/>
            <p:cNvGrpSpPr/>
            <p:nvPr/>
          </p:nvGrpSpPr>
          <p:grpSpPr>
            <a:xfrm>
              <a:off x="4834378" y="2027352"/>
              <a:ext cx="2999477" cy="3145295"/>
              <a:chOff x="4136961" y="297150"/>
              <a:chExt cx="2999477" cy="3145295"/>
            </a:xfrm>
          </p:grpSpPr>
          <p:pic>
            <p:nvPicPr>
              <p:cNvPr id="4" name="Google Shape;327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9090983">
                <a:off x="4172923" y="156272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328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0357116">
                <a:off x="4746933" y="272276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329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521452">
                <a:off x="5372773" y="229797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330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760865">
                <a:off x="5009588" y="106537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331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878499">
                <a:off x="5600221" y="69530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332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7300986">
                <a:off x="6016167" y="239851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333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7157677">
                <a:off x="4058769" y="240059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334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4136961" y="94345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335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9277461">
                <a:off x="5696438" y="181533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336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8017535">
                <a:off x="5905216" y="94792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5" name="群組 14"/>
          <p:cNvGrpSpPr/>
          <p:nvPr/>
        </p:nvGrpSpPr>
        <p:grpSpPr>
          <a:xfrm>
            <a:off x="4317042" y="1440000"/>
            <a:ext cx="4320000" cy="4320000"/>
            <a:chOff x="4320000" y="1440000"/>
            <a:chExt cx="4320000" cy="4320000"/>
          </a:xfrm>
        </p:grpSpPr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EE4DD9AF-F69B-524D-B5D5-9B70F757904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7" name="Google Shape;323;p4"/>
            <p:cNvGrpSpPr/>
            <p:nvPr/>
          </p:nvGrpSpPr>
          <p:grpSpPr>
            <a:xfrm>
              <a:off x="4834378" y="2027352"/>
              <a:ext cx="2999477" cy="3145295"/>
              <a:chOff x="4136961" y="297150"/>
              <a:chExt cx="2999477" cy="3145295"/>
            </a:xfrm>
          </p:grpSpPr>
          <p:pic>
            <p:nvPicPr>
              <p:cNvPr id="18" name="Google Shape;327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9090983">
                <a:off x="4172923" y="156272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" name="Google Shape;328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0357116">
                <a:off x="4746933" y="272276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" name="Google Shape;329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521452">
                <a:off x="5372773" y="229797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" name="Google Shape;330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760865">
                <a:off x="5009588" y="106537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" name="Google Shape;331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878499">
                <a:off x="5600221" y="69530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" name="Google Shape;332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7300986">
                <a:off x="6016167" y="239851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" name="Google Shape;333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7157677">
                <a:off x="4058769" y="240059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" name="Google Shape;334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4136961" y="94345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" name="Google Shape;335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9277461">
                <a:off x="5696438" y="181533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" name="Google Shape;336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8017535">
                <a:off x="5905216" y="94792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10723124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D1EF00E-1B9D-B147-A44B-323B700021A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337;p4"/>
            <p:cNvGrpSpPr/>
            <p:nvPr/>
          </p:nvGrpSpPr>
          <p:grpSpPr>
            <a:xfrm>
              <a:off x="4883802" y="2076603"/>
              <a:ext cx="3192395" cy="3046793"/>
              <a:chOff x="7764266" y="1007871"/>
              <a:chExt cx="3192395" cy="3046793"/>
            </a:xfrm>
          </p:grpSpPr>
          <p:sp>
            <p:nvSpPr>
              <p:cNvPr id="4" name="Google Shape;340;p4"/>
              <p:cNvSpPr txBox="1"/>
              <p:nvPr/>
            </p:nvSpPr>
            <p:spPr>
              <a:xfrm>
                <a:off x="7807079" y="2306483"/>
                <a:ext cx="3033655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" name="Google Shape;341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921579">
                <a:off x="9153987" y="126632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342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7800373">
                <a:off x="7774637" y="200008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343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816236">
                <a:off x="8362447" y="140602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344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637874">
                <a:off x="8679093" y="318221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345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3187982">
                <a:off x="7881486" y="301281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346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9618550">
                <a:off x="8332118" y="270428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347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977704">
                <a:off x="7764266" y="144709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348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283305">
                <a:off x="9516661" y="251120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349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815501">
                <a:off x="9402715" y="192289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" name="Google Shape;350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553477">
                <a:off x="9291505" y="269353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21562112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478F84E7-2380-AB4A-807E-D40045CE97E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351;p4"/>
            <p:cNvGrpSpPr/>
            <p:nvPr/>
          </p:nvGrpSpPr>
          <p:grpSpPr>
            <a:xfrm>
              <a:off x="4878416" y="1984138"/>
              <a:ext cx="3203167" cy="3231724"/>
              <a:chOff x="1363476" y="3292890"/>
              <a:chExt cx="3203167" cy="3231724"/>
            </a:xfrm>
          </p:grpSpPr>
          <p:pic>
            <p:nvPicPr>
              <p:cNvPr id="4" name="Google Shape;355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7395096">
                <a:off x="1984902" y="399744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356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474689">
                <a:off x="1363476" y="382033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357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7279473">
                <a:off x="2775760" y="486698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358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400000">
                <a:off x="3126643" y="548276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359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9652129">
                <a:off x="2294430" y="329289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360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867686">
                <a:off x="3288270" y="461434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361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439010">
                <a:off x="1603809" y="544965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362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271889">
                <a:off x="2325061" y="538982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363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8101214">
                <a:off x="3126643" y="370551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364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276147">
                <a:off x="1408590" y="455312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19553731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C9E4536-2712-FF4A-AD72-1AA49D09F48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365;p4"/>
            <p:cNvGrpSpPr/>
            <p:nvPr/>
          </p:nvGrpSpPr>
          <p:grpSpPr>
            <a:xfrm>
              <a:off x="5046971" y="1868041"/>
              <a:ext cx="2866058" cy="3473634"/>
              <a:chOff x="6019808" y="3112227"/>
              <a:chExt cx="2866058" cy="3473634"/>
            </a:xfrm>
          </p:grpSpPr>
          <p:pic>
            <p:nvPicPr>
              <p:cNvPr id="4" name="Google Shape;366;p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285429">
                <a:off x="6723247" y="407987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5" name="Google Shape;367;p4"/>
              <p:cNvGrpSpPr/>
              <p:nvPr/>
            </p:nvGrpSpPr>
            <p:grpSpPr>
              <a:xfrm>
                <a:off x="6019808" y="3112227"/>
                <a:ext cx="2866058" cy="3473634"/>
                <a:chOff x="7627951" y="3293077"/>
                <a:chExt cx="2866058" cy="3473634"/>
              </a:xfrm>
            </p:grpSpPr>
            <p:pic>
              <p:nvPicPr>
                <p:cNvPr id="6" name="Google Shape;371;p4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6080950">
                  <a:off x="7268964" y="4646076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" name="Google Shape;372;p4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5241005">
                  <a:off x="7406390" y="5724864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8" name="Google Shape;373;p4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10003580">
                  <a:off x="8962042" y="5786655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9" name="Google Shape;374;p4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7390021">
                  <a:off x="9204587" y="4831112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0" name="Google Shape;375;p4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10492584">
                  <a:off x="7627951" y="5340005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1" name="Google Shape;376;p4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2892280">
                  <a:off x="7804925" y="3691230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2" name="Google Shape;377;p4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>
                  <a:off x="8994125" y="4633298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3" name="Google Shape;378;p4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10453077">
                  <a:off x="9054009" y="3783194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4" name="Google Shape;379;p4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1586786">
                  <a:off x="8597051" y="5632813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5312311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22EE4D2A-DD84-304F-A762-616839B2935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384;p5"/>
            <p:cNvGrpSpPr/>
            <p:nvPr/>
          </p:nvGrpSpPr>
          <p:grpSpPr>
            <a:xfrm>
              <a:off x="4952756" y="1905291"/>
              <a:ext cx="3054487" cy="3389418"/>
              <a:chOff x="246505" y="90668"/>
              <a:chExt cx="3054487" cy="3389418"/>
            </a:xfrm>
          </p:grpSpPr>
          <p:pic>
            <p:nvPicPr>
              <p:cNvPr id="4" name="Google Shape;388;p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8050093">
                <a:off x="-151648" y="182022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389;p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6168481">
                <a:off x="-36879" y="48882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390;p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103002">
                <a:off x="1323015" y="27903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391;p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209248">
                <a:off x="1859112" y="70856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392;p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192874">
                <a:off x="401744" y="231633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393;p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9736620">
                <a:off x="1001398" y="181206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394;p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605446">
                <a:off x="1023314" y="61987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395;p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3975285">
                <a:off x="1569155" y="2431059"/>
                <a:ext cx="1454361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396;p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031686">
                <a:off x="348249" y="122585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397;p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9825754" flipH="1">
                <a:off x="1860992" y="147614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13032724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3830E1A-A9C4-D44D-8F15-C9185F3AE23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398;p5"/>
            <p:cNvGrpSpPr/>
            <p:nvPr/>
          </p:nvGrpSpPr>
          <p:grpSpPr>
            <a:xfrm>
              <a:off x="4914379" y="1931663"/>
              <a:ext cx="3131241" cy="3336674"/>
              <a:chOff x="4155909" y="505326"/>
              <a:chExt cx="3131241" cy="3336674"/>
            </a:xfrm>
          </p:grpSpPr>
          <p:pic>
            <p:nvPicPr>
              <p:cNvPr id="4" name="Google Shape;402;p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224626">
                <a:off x="4155909" y="125565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403;p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3705812">
                <a:off x="4438561" y="280015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404;p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521452">
                <a:off x="4226193" y="209044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405;p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760865">
                <a:off x="5009586" y="75558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406;p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878499">
                <a:off x="5416897" y="119933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407;p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7300986">
                <a:off x="5228261" y="256737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408;p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7157677">
                <a:off x="4404948" y="176634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409;p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9821633">
                <a:off x="5847150" y="50532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410;p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778305">
                <a:off x="6075363" y="252617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411;p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8017535">
                <a:off x="5634388" y="183213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22508051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AB3F4602-AA20-BD4A-B4F1-EFE76720EBC5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412;p5"/>
            <p:cNvGrpSpPr/>
            <p:nvPr/>
          </p:nvGrpSpPr>
          <p:grpSpPr>
            <a:xfrm>
              <a:off x="4929233" y="1990880"/>
              <a:ext cx="3101533" cy="3218240"/>
              <a:chOff x="7662854" y="635361"/>
              <a:chExt cx="3101533" cy="3218240"/>
            </a:xfrm>
          </p:grpSpPr>
          <p:pic>
            <p:nvPicPr>
              <p:cNvPr id="4" name="Google Shape;416;p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0581078">
                <a:off x="8571252" y="316002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417;p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800000">
                <a:off x="7774637" y="200008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418;p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816236">
                <a:off x="9202427" y="130264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419;p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637874">
                <a:off x="8896367" y="263008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420;p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3717881">
                <a:off x="9193744" y="212809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421;p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696640">
                <a:off x="8525400" y="160939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422;p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6704910">
                <a:off x="7870501" y="103351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423;p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283305">
                <a:off x="7662854" y="303560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424;p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3304861">
                <a:off x="9722541" y="281175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425;p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553477">
                <a:off x="8383943" y="265412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466714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24EE4ECB-F070-CF44-8FC9-43B4450D052F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" name="Google Shape;426;p5"/>
            <p:cNvGrpSpPr/>
            <p:nvPr/>
          </p:nvGrpSpPr>
          <p:grpSpPr>
            <a:xfrm>
              <a:off x="4614470" y="2008871"/>
              <a:ext cx="3731060" cy="3182257"/>
              <a:chOff x="1245377" y="3292890"/>
              <a:chExt cx="3731060" cy="3182257"/>
            </a:xfrm>
          </p:grpSpPr>
          <p:pic>
            <p:nvPicPr>
              <p:cNvPr id="5" name="Google Shape;430;p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375516">
                <a:off x="2153877" y="399929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431;p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474689">
                <a:off x="3536437" y="535302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432;p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7279473">
                <a:off x="2775760" y="486698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433;p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400000">
                <a:off x="1656673" y="543330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434;p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9652129">
                <a:off x="2294430" y="329289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435;p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800000">
                <a:off x="2720921" y="551025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436;p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7007279">
                <a:off x="1409211" y="431324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437;p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271889">
                <a:off x="2080533" y="519772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438;p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09006">
                <a:off x="3320072" y="389847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" name="Google Shape;439;p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276147">
                <a:off x="1245377" y="365053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38079075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C3BCCEE8-B23C-8547-BF4E-A933D16D2FC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440;p5"/>
            <p:cNvGrpSpPr/>
            <p:nvPr/>
          </p:nvGrpSpPr>
          <p:grpSpPr>
            <a:xfrm>
              <a:off x="5102859" y="1780621"/>
              <a:ext cx="2755473" cy="3638757"/>
              <a:chOff x="6012653" y="3077635"/>
              <a:chExt cx="2755473" cy="3638757"/>
            </a:xfrm>
          </p:grpSpPr>
          <p:grpSp>
            <p:nvGrpSpPr>
              <p:cNvPr id="4" name="Google Shape;441;p5"/>
              <p:cNvGrpSpPr/>
              <p:nvPr/>
            </p:nvGrpSpPr>
            <p:grpSpPr>
              <a:xfrm>
                <a:off x="6047020" y="3077635"/>
                <a:ext cx="2721106" cy="3638757"/>
                <a:chOff x="7655163" y="3258485"/>
                <a:chExt cx="2721106" cy="3638757"/>
              </a:xfrm>
            </p:grpSpPr>
            <p:pic>
              <p:nvPicPr>
                <p:cNvPr id="6" name="Google Shape;445;p5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6080950">
                  <a:off x="7257010" y="4903546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" name="Google Shape;446;p5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9508212">
                  <a:off x="8936269" y="5767403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8" name="Google Shape;447;p5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10800000">
                  <a:off x="8433327" y="5282065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9" name="Google Shape;448;p5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5400000">
                  <a:off x="9167636" y="4864752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0" name="Google Shape;449;p5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2398254">
                  <a:off x="7858318" y="5664080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1" name="Google Shape;450;p5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6521829">
                  <a:off x="7366800" y="5855395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2" name="Google Shape;451;p5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>
                  <a:off x="8843399" y="4361470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3" name="Google Shape;452;p5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7819558">
                  <a:off x="9096130" y="3656638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4" name="Google Shape;453;p5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1586786">
                  <a:off x="8056954" y="4370220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5" name="Google Shape;454;p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285429">
                <a:off x="6012653" y="374489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33856528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/>
          <p:cNvGrpSpPr/>
          <p:nvPr/>
        </p:nvGrpSpPr>
        <p:grpSpPr>
          <a:xfrm>
            <a:off x="4320000" y="1363884"/>
            <a:ext cx="4320000" cy="4320000"/>
            <a:chOff x="4320000" y="1363884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529B911-1C77-C141-BBC2-64695381DA68}"/>
                </a:ext>
              </a:extLst>
            </p:cNvPr>
            <p:cNvSpPr txBox="1"/>
            <p:nvPr/>
          </p:nvSpPr>
          <p:spPr>
            <a:xfrm>
              <a:off x="4320000" y="1363884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459;p6"/>
            <p:cNvGrpSpPr/>
            <p:nvPr/>
          </p:nvGrpSpPr>
          <p:grpSpPr>
            <a:xfrm>
              <a:off x="4982304" y="1932417"/>
              <a:ext cx="3414835" cy="3182934"/>
              <a:chOff x="91082" y="172734"/>
              <a:chExt cx="3414835" cy="3182934"/>
            </a:xfrm>
          </p:grpSpPr>
          <p:sp>
            <p:nvSpPr>
              <p:cNvPr id="4" name="Google Shape;462;p6"/>
              <p:cNvSpPr txBox="1"/>
              <p:nvPr/>
            </p:nvSpPr>
            <p:spPr>
              <a:xfrm>
                <a:off x="106190" y="1454139"/>
                <a:ext cx="3033655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" name="Google Shape;463;p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645028">
                <a:off x="1137866" y="194704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464;p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6556728">
                <a:off x="39426" y="57088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465;p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103002">
                <a:off x="1323015" y="27903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466;p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00141">
                <a:off x="1860181" y="107064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467;p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711684">
                <a:off x="531727" y="231382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468;p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9736620">
                <a:off x="1685114" y="235319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469;p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605446">
                <a:off x="1023314" y="61987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470;p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6256098">
                <a:off x="-220174" y="1894289"/>
                <a:ext cx="1454361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471;p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8421714">
                <a:off x="91082" y="103042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" name="Google Shape;472;p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9825754" flipH="1">
                <a:off x="2065917" y="168173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38561822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2DECB4B-8CCE-3147-B9D6-FB46FB36AB2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473;p6"/>
            <p:cNvGrpSpPr/>
            <p:nvPr/>
          </p:nvGrpSpPr>
          <p:grpSpPr>
            <a:xfrm>
              <a:off x="4986743" y="1886649"/>
              <a:ext cx="2986513" cy="3426702"/>
              <a:chOff x="4117775" y="329137"/>
              <a:chExt cx="2986513" cy="3426702"/>
            </a:xfrm>
          </p:grpSpPr>
          <p:pic>
            <p:nvPicPr>
              <p:cNvPr id="4" name="Google Shape;477;p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4697073">
                <a:off x="4220534" y="81637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478;p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3705812">
                <a:off x="5916495" y="72729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479;p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521452">
                <a:off x="4470978" y="180838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480;p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3895366">
                <a:off x="6062442" y="180012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481;p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192748">
                <a:off x="5416897" y="119933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482;p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0264296">
                <a:off x="4752374" y="96835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483;p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7157677">
                <a:off x="5215692" y="220703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484;p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4296807">
                <a:off x="4831076" y="234768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485;p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87618">
                <a:off x="4117775" y="254285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486;p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785759">
                <a:off x="6034328" y="271399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23314425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FA8C6C7B-2A8C-5A4B-99AC-DC82E2F6B4F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487;p6"/>
            <p:cNvGrpSpPr/>
            <p:nvPr/>
          </p:nvGrpSpPr>
          <p:grpSpPr>
            <a:xfrm>
              <a:off x="4824808" y="1823392"/>
              <a:ext cx="3310384" cy="3051189"/>
              <a:chOff x="7562116" y="635361"/>
              <a:chExt cx="3310384" cy="3051189"/>
            </a:xfrm>
          </p:grpSpPr>
          <p:pic>
            <p:nvPicPr>
              <p:cNvPr id="4" name="Google Shape;491;p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27995">
                <a:off x="7562116" y="172985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492;p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4827097">
                <a:off x="7952630" y="216871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493;p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9500935">
                <a:off x="9432500" y="120133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494;p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637874">
                <a:off x="8116837" y="304285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495;p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400000">
                <a:off x="9232666" y="202361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496;p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9096270">
                <a:off x="8503654" y="137721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497;p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6704910">
                <a:off x="7870501" y="103351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498;p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283305">
                <a:off x="9403201" y="296213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499;p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861688">
                <a:off x="7576244" y="279956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500;p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553477">
                <a:off x="9059205" y="295096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23357646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320000" y="1429165"/>
            <a:ext cx="4320000" cy="4320000"/>
            <a:chOff x="4320000" y="1429165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706A835E-64CD-FF44-AF7B-A4972B285E9D}"/>
                </a:ext>
              </a:extLst>
            </p:cNvPr>
            <p:cNvSpPr txBox="1"/>
            <p:nvPr/>
          </p:nvSpPr>
          <p:spPr>
            <a:xfrm>
              <a:off x="4320000" y="1429165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501;p6"/>
            <p:cNvGrpSpPr/>
            <p:nvPr/>
          </p:nvGrpSpPr>
          <p:grpSpPr>
            <a:xfrm>
              <a:off x="4717892" y="2020794"/>
              <a:ext cx="3524215" cy="3136741"/>
              <a:chOff x="1216758" y="3386386"/>
              <a:chExt cx="3524215" cy="3136741"/>
            </a:xfrm>
          </p:grpSpPr>
          <p:pic>
            <p:nvPicPr>
              <p:cNvPr id="4" name="Google Shape;505;p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375516">
                <a:off x="2601953" y="343850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506;p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4034485">
                <a:off x="3316906" y="459523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507;p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800000">
                <a:off x="1216758" y="383884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508;p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3223312">
                <a:off x="3059632" y="507560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509;p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7019718">
                <a:off x="1882564" y="378453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510;p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995698">
                <a:off x="2271371" y="548128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511;p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4538915">
                <a:off x="1614139" y="470050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512;p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543193">
                <a:off x="1644670" y="554518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513;p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09006">
                <a:off x="3300973" y="361355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514;p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276147">
                <a:off x="3271347" y="550641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32518921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0FF4664F-2829-EA4E-9F04-421613F353B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515;p6"/>
            <p:cNvGrpSpPr/>
            <p:nvPr/>
          </p:nvGrpSpPr>
          <p:grpSpPr>
            <a:xfrm>
              <a:off x="4774184" y="2060167"/>
              <a:ext cx="3411631" cy="3076756"/>
              <a:chOff x="5523178" y="3629061"/>
              <a:chExt cx="3411631" cy="3076756"/>
            </a:xfrm>
          </p:grpSpPr>
          <p:grpSp>
            <p:nvGrpSpPr>
              <p:cNvPr id="4" name="Google Shape;516;p6"/>
              <p:cNvGrpSpPr/>
              <p:nvPr/>
            </p:nvGrpSpPr>
            <p:grpSpPr>
              <a:xfrm>
                <a:off x="5523178" y="3801388"/>
                <a:ext cx="3411631" cy="2904429"/>
                <a:chOff x="7131321" y="3982238"/>
                <a:chExt cx="3411631" cy="2904429"/>
              </a:xfrm>
            </p:grpSpPr>
            <p:pic>
              <p:nvPicPr>
                <p:cNvPr id="6" name="Google Shape;520;p6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218704">
                  <a:off x="7524744" y="4864085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" name="Google Shape;521;p6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732995">
                  <a:off x="9038700" y="5907917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8" name="Google Shape;522;p6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10800000">
                  <a:off x="8433327" y="5282065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9" name="Google Shape;523;p6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9911318">
                  <a:off x="7131321" y="4054732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0" name="Google Shape;524;p6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8431808">
                  <a:off x="9042402" y="4993909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1" name="Google Shape;525;p6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3203696">
                  <a:off x="7329678" y="5689185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2" name="Google Shape;526;p6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>
                  <a:off x="9102952" y="4464845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3" name="Google Shape;527;p6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3103539">
                  <a:off x="8111419" y="5844820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4" name="Google Shape;528;p6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8734220">
                  <a:off x="7891897" y="3982238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5" name="Google Shape;529;p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285429">
                <a:off x="7265940" y="362906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19070230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AA7D12E0-0596-0B4A-A77B-C4A4F5214EE3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534;p7"/>
            <p:cNvGrpSpPr/>
            <p:nvPr/>
          </p:nvGrpSpPr>
          <p:grpSpPr>
            <a:xfrm>
              <a:off x="4872591" y="1862196"/>
              <a:ext cx="3214818" cy="3475608"/>
              <a:chOff x="58013" y="-98709"/>
              <a:chExt cx="3214818" cy="3475608"/>
            </a:xfrm>
          </p:grpSpPr>
          <p:pic>
            <p:nvPicPr>
              <p:cNvPr id="4" name="Google Shape;538;p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645028">
                <a:off x="1832831" y="47832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539;p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6556728">
                <a:off x="1740448" y="233505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540;p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027686">
                <a:off x="1246329" y="95029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541;p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6687941">
                <a:off x="1833971" y="129112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542;p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711684">
                <a:off x="106374" y="43705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543;p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7360165">
                <a:off x="1105839" y="180231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544;p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605446">
                <a:off x="58013" y="185680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545;p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6256098">
                <a:off x="787868" y="306625"/>
                <a:ext cx="1454361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546;p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848489">
                <a:off x="260309" y="248857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547;p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9825754" flipH="1">
                <a:off x="304181" y="118056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16642835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3919815" y="1275408"/>
            <a:ext cx="4320000" cy="4320000"/>
            <a:chOff x="3919815" y="1275408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1928C08-A77A-5845-B3D8-D4739CAEF0D0}"/>
                </a:ext>
              </a:extLst>
            </p:cNvPr>
            <p:cNvSpPr txBox="1"/>
            <p:nvPr/>
          </p:nvSpPr>
          <p:spPr>
            <a:xfrm>
              <a:off x="3919815" y="1275408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548;p7"/>
            <p:cNvGrpSpPr/>
            <p:nvPr/>
          </p:nvGrpSpPr>
          <p:grpSpPr>
            <a:xfrm>
              <a:off x="4348529" y="1884204"/>
              <a:ext cx="3456281" cy="3102408"/>
              <a:chOff x="4082429" y="737654"/>
              <a:chExt cx="3456281" cy="3102408"/>
            </a:xfrm>
          </p:grpSpPr>
          <p:pic>
            <p:nvPicPr>
              <p:cNvPr id="4" name="Google Shape;552;p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145034">
                <a:off x="4618301" y="89372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553;p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145220">
                <a:off x="5581666" y="228451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554;p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6687938">
                <a:off x="4419505" y="183381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555;p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916402">
                <a:off x="6075576" y="210593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556;p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192748">
                <a:off x="5444710" y="73765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557;p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0264296">
                <a:off x="4082429" y="256585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558;p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7674399">
                <a:off x="5563119" y="279821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559;p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4296807">
                <a:off x="4895640" y="248891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560;p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87618">
                <a:off x="6098710" y="111184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561;p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63872">
                <a:off x="4206604" y="107806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11792946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/>
          <p:cNvGrpSpPr/>
          <p:nvPr/>
        </p:nvGrpSpPr>
        <p:grpSpPr>
          <a:xfrm>
            <a:off x="4453402" y="1375849"/>
            <a:ext cx="4320000" cy="4320000"/>
            <a:chOff x="4453402" y="1375849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7611E174-5187-5B46-8172-1711A06DA982}"/>
                </a:ext>
              </a:extLst>
            </p:cNvPr>
            <p:cNvSpPr txBox="1"/>
            <p:nvPr/>
          </p:nvSpPr>
          <p:spPr>
            <a:xfrm>
              <a:off x="4453402" y="1375849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562;p7"/>
            <p:cNvGrpSpPr/>
            <p:nvPr/>
          </p:nvGrpSpPr>
          <p:grpSpPr>
            <a:xfrm>
              <a:off x="4992395" y="1822991"/>
              <a:ext cx="3242013" cy="3425715"/>
              <a:chOff x="7807079" y="635465"/>
              <a:chExt cx="3242013" cy="3425715"/>
            </a:xfrm>
          </p:grpSpPr>
          <p:sp>
            <p:nvSpPr>
              <p:cNvPr id="4" name="Google Shape;565;p7"/>
              <p:cNvSpPr txBox="1"/>
              <p:nvPr/>
            </p:nvSpPr>
            <p:spPr>
              <a:xfrm>
                <a:off x="7807079" y="2306483"/>
                <a:ext cx="3033655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" name="Google Shape;566;p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27995">
                <a:off x="7910141" y="305720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567;p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4827097">
                <a:off x="7772698" y="103361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568;p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6545566">
                <a:off x="9581081" y="123792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569;p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6360841">
                <a:off x="8076168" y="154649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570;p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400000">
                <a:off x="9553807" y="301933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571;p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9096270">
                <a:off x="8749779" y="150586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572;p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3208207">
                <a:off x="7696183" y="247456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573;p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283305">
                <a:off x="8394200" y="331039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574;p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95046">
                <a:off x="9609092" y="235613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" name="Google Shape;575;p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146097">
                <a:off x="8815272" y="265604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17079217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6A646C28-C96D-9741-B7DD-664C7F5D4729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576;p7"/>
            <p:cNvGrpSpPr/>
            <p:nvPr/>
          </p:nvGrpSpPr>
          <p:grpSpPr>
            <a:xfrm>
              <a:off x="4840697" y="1900899"/>
              <a:ext cx="3278606" cy="3403857"/>
              <a:chOff x="1259659" y="3273959"/>
              <a:chExt cx="3278606" cy="3403857"/>
            </a:xfrm>
          </p:grpSpPr>
          <p:pic>
            <p:nvPicPr>
              <p:cNvPr id="4" name="Google Shape;580;p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375516">
                <a:off x="2690584" y="346287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581;p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0580923">
                <a:off x="1259659" y="532872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582;p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6408653">
                <a:off x="1925815" y="387694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583;p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3223312">
                <a:off x="3496419" y="367211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584;p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653616">
                <a:off x="1407938" y="374309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585;p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995698">
                <a:off x="3105981" y="563596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586;p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400000">
                <a:off x="1549586" y="476456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587;p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9069904">
                <a:off x="2648411" y="491412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588;p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4533926">
                <a:off x="3147503" y="454526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589;p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486404">
                <a:off x="2319580" y="571749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39831845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16F3F52C-5263-4249-A449-C8A96D2F38B5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590;p7"/>
            <p:cNvGrpSpPr/>
            <p:nvPr/>
          </p:nvGrpSpPr>
          <p:grpSpPr>
            <a:xfrm>
              <a:off x="4679977" y="1862822"/>
              <a:ext cx="3600045" cy="3474356"/>
              <a:chOff x="5523178" y="3334263"/>
              <a:chExt cx="3600045" cy="3474356"/>
            </a:xfrm>
          </p:grpSpPr>
          <p:grpSp>
            <p:nvGrpSpPr>
              <p:cNvPr id="4" name="Google Shape;591;p7"/>
              <p:cNvGrpSpPr/>
              <p:nvPr/>
            </p:nvGrpSpPr>
            <p:grpSpPr>
              <a:xfrm>
                <a:off x="5523178" y="3334263"/>
                <a:ext cx="3600045" cy="3474356"/>
                <a:chOff x="7131321" y="3515113"/>
                <a:chExt cx="3600045" cy="3474356"/>
              </a:xfrm>
            </p:grpSpPr>
            <p:pic>
              <p:nvPicPr>
                <p:cNvPr id="6" name="Google Shape;595;p7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5075150">
                  <a:off x="8309892" y="5301139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" name="Google Shape;596;p7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2926985">
                  <a:off x="7571231" y="4850245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8" name="Google Shape;597;p7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10800000">
                  <a:off x="8888595" y="5791426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9" name="Google Shape;598;p7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9911318">
                  <a:off x="7131321" y="4054732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0" name="Google Shape;599;p7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10800000">
                  <a:off x="8607242" y="4402963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1" name="Google Shape;600;p7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221786">
                  <a:off x="9291366" y="5210970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2" name="Google Shape;601;p7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3353470">
                  <a:off x="9297241" y="3913266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3" name="Google Shape;602;p7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2832213">
                  <a:off x="7339543" y="5947622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4" name="Google Shape;603;p7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8734220">
                  <a:off x="7930733" y="3955010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5" name="Google Shape;604;p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285429">
                <a:off x="6570078" y="589048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24421642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90A6A346-8DEA-9043-A60C-E0B56DDE6026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609;p8"/>
            <p:cNvGrpSpPr/>
            <p:nvPr/>
          </p:nvGrpSpPr>
          <p:grpSpPr>
            <a:xfrm>
              <a:off x="4979426" y="1897951"/>
              <a:ext cx="3001147" cy="3404098"/>
              <a:chOff x="55156" y="-98709"/>
              <a:chExt cx="3001147" cy="3404098"/>
            </a:xfrm>
          </p:grpSpPr>
          <p:pic>
            <p:nvPicPr>
              <p:cNvPr id="4" name="Google Shape;613;p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7925405">
                <a:off x="1585407" y="225652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614;p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780928">
                <a:off x="106189" y="109877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615;p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706892">
                <a:off x="1246329" y="95029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616;p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7640093">
                <a:off x="1810597" y="136895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617;p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711684">
                <a:off x="130480" y="226354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618;p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7360165">
                <a:off x="191519" y="160220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619;p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9923213">
                <a:off x="1616303" y="36430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620;p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6256098">
                <a:off x="787868" y="306625"/>
                <a:ext cx="1454361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621;p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848489">
                <a:off x="55156" y="53036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622;p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158967" flipH="1">
                <a:off x="1022226" y="209774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42080995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979641C9-3BD6-9F4C-B426-0F804B9F7FC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" name="Google Shape;623;p8"/>
            <p:cNvGrpSpPr/>
            <p:nvPr/>
          </p:nvGrpSpPr>
          <p:grpSpPr>
            <a:xfrm>
              <a:off x="4621184" y="2083400"/>
              <a:ext cx="3687947" cy="3033200"/>
              <a:chOff x="3926839" y="343000"/>
              <a:chExt cx="3687947" cy="3033200"/>
            </a:xfrm>
          </p:grpSpPr>
          <p:pic>
            <p:nvPicPr>
              <p:cNvPr id="5" name="Google Shape;627;p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145034">
                <a:off x="4489763" y="66249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628;p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583109">
                <a:off x="6031278" y="192558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629;p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9971571">
                <a:off x="5509236" y="264426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630;p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916402">
                <a:off x="3926839" y="103528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631;p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3166888">
                <a:off x="5533821" y="74115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632;p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378102">
                <a:off x="4882829" y="138459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633;p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7674399">
                <a:off x="4057869" y="191182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634;p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774360">
                <a:off x="4457306" y="273250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635;p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87618">
                <a:off x="6174786" y="117633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" name="Google Shape;636;p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8572347">
                <a:off x="5126797" y="215000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6415238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B8E42A2-FFE4-6542-8AF0-27F315A6EAA5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637;p8"/>
            <p:cNvGrpSpPr/>
            <p:nvPr/>
          </p:nvGrpSpPr>
          <p:grpSpPr>
            <a:xfrm>
              <a:off x="4772717" y="2123540"/>
              <a:ext cx="3414565" cy="2952920"/>
              <a:chOff x="7633040" y="1121282"/>
              <a:chExt cx="3414565" cy="2952920"/>
            </a:xfrm>
          </p:grpSpPr>
          <p:sp>
            <p:nvSpPr>
              <p:cNvPr id="4" name="Google Shape;640;p8"/>
              <p:cNvSpPr txBox="1"/>
              <p:nvPr/>
            </p:nvSpPr>
            <p:spPr>
              <a:xfrm>
                <a:off x="7807079" y="2306483"/>
                <a:ext cx="3033655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" name="Google Shape;641;p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400000">
                <a:off x="8600870" y="303235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642;p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159583">
                <a:off x="8087700" y="122891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643;p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326348">
                <a:off x="9294871" y="112128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644;p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6360841">
                <a:off x="7623982" y="284215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645;p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9346833">
                <a:off x="7633040" y="182084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646;p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9096270">
                <a:off x="8559301" y="148183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647;p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642953">
                <a:off x="9313911" y="250860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648;p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545575">
                <a:off x="9607605" y="309897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649;p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95046">
                <a:off x="8181831" y="271713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" name="Google Shape;650;p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158892">
                <a:off x="9602019" y="218469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35906856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34446645-E249-9A47-B5AC-97116C0EB74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651;p8"/>
            <p:cNvGrpSpPr/>
            <p:nvPr/>
          </p:nvGrpSpPr>
          <p:grpSpPr>
            <a:xfrm>
              <a:off x="5245694" y="1874402"/>
              <a:ext cx="2946652" cy="3451195"/>
              <a:chOff x="1820139" y="3000088"/>
              <a:chExt cx="2946652" cy="3451195"/>
            </a:xfrm>
          </p:grpSpPr>
          <p:pic>
            <p:nvPicPr>
              <p:cNvPr id="4" name="Google Shape;655;p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375516">
                <a:off x="2690584" y="346287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656;p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6975252">
                <a:off x="1544612" y="339824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657;p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6408653">
                <a:off x="1501304" y="540943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658;p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4940459">
                <a:off x="3161521" y="400845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659;p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0065328">
                <a:off x="2040605" y="376696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660;p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304203">
                <a:off x="3326791" y="520705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661;p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7476507">
                <a:off x="1421986" y="452149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662;p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9069904">
                <a:off x="1828451" y="507580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663;p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050587">
                <a:off x="2811882" y="441669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664;p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632497">
                <a:off x="2777092" y="534159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1866497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9D719137-80F3-8448-A0D4-8246B15AFF04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665;p8"/>
            <p:cNvGrpSpPr/>
            <p:nvPr/>
          </p:nvGrpSpPr>
          <p:grpSpPr>
            <a:xfrm>
              <a:off x="4880660" y="2232962"/>
              <a:ext cx="3190994" cy="3122796"/>
              <a:chOff x="5902758" y="3631111"/>
              <a:chExt cx="3190994" cy="3122796"/>
            </a:xfrm>
          </p:grpSpPr>
          <p:grpSp>
            <p:nvGrpSpPr>
              <p:cNvPr id="4" name="Google Shape;666;p8"/>
              <p:cNvGrpSpPr/>
              <p:nvPr/>
            </p:nvGrpSpPr>
            <p:grpSpPr>
              <a:xfrm>
                <a:off x="5902758" y="3631111"/>
                <a:ext cx="3190994" cy="3122796"/>
                <a:chOff x="7510901" y="3811961"/>
                <a:chExt cx="3190994" cy="3122796"/>
              </a:xfrm>
            </p:grpSpPr>
            <p:pic>
              <p:nvPicPr>
                <p:cNvPr id="6" name="Google Shape;670;p8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7872253">
                  <a:off x="9199777" y="5509353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" name="Google Shape;671;p8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7894434">
                  <a:off x="7426795" y="4696924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8" name="Google Shape;672;p8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8093355">
                  <a:off x="7965397" y="5892910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9" name="Google Shape;673;p8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5550950">
                  <a:off x="9386043" y="4210114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0" name="Google Shape;674;p8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6424027">
                  <a:off x="8136622" y="4413695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1" name="Google Shape;675;p8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221786">
                  <a:off x="9261895" y="4953268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2" name="Google Shape;676;p8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1829293">
                  <a:off x="8845150" y="3925571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3" name="Google Shape;677;p8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3464084">
                  <a:off x="8456655" y="5451573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4" name="Google Shape;678;p8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2501634">
                  <a:off x="7510901" y="4212438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5" name="Google Shape;679;p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033667">
                <a:off x="5774149" y="521047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30503516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ACF9571-B8A0-C74F-8DF6-8F9F51258FE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684;p9"/>
            <p:cNvGrpSpPr/>
            <p:nvPr/>
          </p:nvGrpSpPr>
          <p:grpSpPr>
            <a:xfrm>
              <a:off x="4560864" y="2037296"/>
              <a:ext cx="3346068" cy="3125407"/>
              <a:chOff x="-185836" y="4242"/>
              <a:chExt cx="3346068" cy="3125407"/>
            </a:xfrm>
          </p:grpSpPr>
          <p:pic>
            <p:nvPicPr>
              <p:cNvPr id="4" name="Google Shape;688;p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7459643">
                <a:off x="-35809" y="208780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689;p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400000">
                <a:off x="1369337" y="40239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690;p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69362">
                <a:off x="991086" y="236911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691;p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7640093">
                <a:off x="1704382" y="148452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692;p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711684">
                <a:off x="1780258" y="95272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693;p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9496747">
                <a:off x="1720232" y="228415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694;p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9923213">
                <a:off x="-185836" y="112686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695;p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064181">
                <a:off x="584893" y="640989"/>
                <a:ext cx="1454361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696;p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966774">
                <a:off x="225038" y="46195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697;p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216101" flipH="1">
                <a:off x="300010" y="160623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16421405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6C500F9F-5C15-F440-8E9F-C7245D401E09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698;p9"/>
            <p:cNvGrpSpPr/>
            <p:nvPr/>
          </p:nvGrpSpPr>
          <p:grpSpPr>
            <a:xfrm>
              <a:off x="4875793" y="1920256"/>
              <a:ext cx="3208413" cy="3354056"/>
              <a:chOff x="4207159" y="295252"/>
              <a:chExt cx="3208413" cy="3354056"/>
            </a:xfrm>
          </p:grpSpPr>
          <p:sp>
            <p:nvSpPr>
              <p:cNvPr id="4" name="Google Shape;701;p9"/>
              <p:cNvSpPr txBox="1"/>
              <p:nvPr/>
            </p:nvSpPr>
            <p:spPr>
              <a:xfrm>
                <a:off x="4293600" y="1803099"/>
                <a:ext cx="3033655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" name="Google Shape;702;p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9730824">
                <a:off x="4682980" y="102384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703;p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4062734">
                <a:off x="6033125" y="183776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704;p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384037">
                <a:off x="4207159" y="100761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705;p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717683">
                <a:off x="5522681" y="89341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706;p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7198714">
                <a:off x="4242713" y="176757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707;p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595329">
                <a:off x="4878423" y="69340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708;p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761291">
                <a:off x="4867788" y="231723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709;p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508397">
                <a:off x="4481034" y="282358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710;p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6511078">
                <a:off x="5828042" y="260746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" name="Google Shape;711;p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0328676">
                <a:off x="5975572" y="114863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1758010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AA7F502-BF3E-AD46-BF0E-4423E62684F3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712;p9"/>
            <p:cNvGrpSpPr/>
            <p:nvPr/>
          </p:nvGrpSpPr>
          <p:grpSpPr>
            <a:xfrm>
              <a:off x="5055676" y="2065279"/>
              <a:ext cx="2848647" cy="3069441"/>
              <a:chOff x="7848164" y="955641"/>
              <a:chExt cx="2848647" cy="3069441"/>
            </a:xfrm>
          </p:grpSpPr>
          <p:pic>
            <p:nvPicPr>
              <p:cNvPr id="4" name="Google Shape;716;p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400000">
                <a:off x="7607738" y="220547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717;p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265682">
                <a:off x="8172690" y="335354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718;p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6857548">
                <a:off x="9540905" y="161106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719;p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973070">
                <a:off x="7909255" y="245610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720;p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883062">
                <a:off x="9152954" y="186163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721;p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409082">
                <a:off x="9076899" y="95564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722;p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642953">
                <a:off x="9148201" y="289578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723;p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545575">
                <a:off x="8682224" y="143709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724;p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95046">
                <a:off x="7848164" y="140330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725;p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158892">
                <a:off x="9654965" y="298323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20339342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1452302C-251E-5C40-B8E4-EC6AB01A3B37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726;p9"/>
            <p:cNvGrpSpPr/>
            <p:nvPr/>
          </p:nvGrpSpPr>
          <p:grpSpPr>
            <a:xfrm>
              <a:off x="4799400" y="1843998"/>
              <a:ext cx="3361199" cy="3512003"/>
              <a:chOff x="1459941" y="3072513"/>
              <a:chExt cx="3361199" cy="3512003"/>
            </a:xfrm>
          </p:grpSpPr>
          <p:pic>
            <p:nvPicPr>
              <p:cNvPr id="4" name="Google Shape;730;p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375516">
                <a:off x="2690584" y="346287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731;p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400000">
                <a:off x="2278274" y="490763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732;p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19882">
                <a:off x="3381140" y="547030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733;p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4940459">
                <a:off x="1371001" y="554266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734;p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7497909">
                <a:off x="1602774" y="347066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735;p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6191992">
                <a:off x="1988355" y="411119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736;p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366873">
                <a:off x="1459941" y="471929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737;p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9069904">
                <a:off x="3311138" y="385345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738;p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050587">
                <a:off x="2927419" y="458114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739;p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080834">
                <a:off x="2747922" y="552533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35659177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3102892-3399-4E42-98CA-769C9A37BCAF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740;p9"/>
            <p:cNvGrpSpPr/>
            <p:nvPr/>
          </p:nvGrpSpPr>
          <p:grpSpPr>
            <a:xfrm>
              <a:off x="4789955" y="1964415"/>
              <a:ext cx="3380090" cy="3271169"/>
              <a:chOff x="5766985" y="3319343"/>
              <a:chExt cx="3380090" cy="3271169"/>
            </a:xfrm>
          </p:grpSpPr>
          <p:grpSp>
            <p:nvGrpSpPr>
              <p:cNvPr id="4" name="Google Shape;741;p9"/>
              <p:cNvGrpSpPr/>
              <p:nvPr/>
            </p:nvGrpSpPr>
            <p:grpSpPr>
              <a:xfrm>
                <a:off x="5766985" y="3319343"/>
                <a:ext cx="3380090" cy="3271169"/>
                <a:chOff x="7375128" y="3500193"/>
                <a:chExt cx="3380090" cy="3271169"/>
              </a:xfrm>
            </p:grpSpPr>
            <p:pic>
              <p:nvPicPr>
                <p:cNvPr id="6" name="Google Shape;745;p9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5568611">
                  <a:off x="8846455" y="4449321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" name="Google Shape;746;p9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7894434">
                  <a:off x="7418993" y="5729515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8" name="Google Shape;747;p9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8093355">
                  <a:off x="8096215" y="3898346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9" name="Google Shape;748;p9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3024912">
                  <a:off x="9400015" y="4105384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0" name="Google Shape;749;p9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6424027">
                  <a:off x="7440957" y="4651456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1" name="Google Shape;750;p9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1010826">
                  <a:off x="9315218" y="5402976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2" name="Google Shape;751;p9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1829293">
                  <a:off x="7375128" y="4232718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3" name="Google Shape;752;p9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3464084">
                  <a:off x="8456655" y="5451573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4" name="Google Shape;753;p9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328259">
                  <a:off x="8622641" y="5940707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5" name="Google Shape;754;p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3974101">
                <a:off x="5889123" y="500381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8680714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7A76B3C0-64AA-5E43-A9D7-44E6223B28E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759;p10"/>
            <p:cNvGrpSpPr/>
            <p:nvPr/>
          </p:nvGrpSpPr>
          <p:grpSpPr>
            <a:xfrm>
              <a:off x="4801851" y="2114017"/>
              <a:ext cx="3356297" cy="2975316"/>
              <a:chOff x="-213290" y="63805"/>
              <a:chExt cx="3356297" cy="2975316"/>
            </a:xfrm>
          </p:grpSpPr>
          <p:pic>
            <p:nvPicPr>
              <p:cNvPr id="4" name="Google Shape;763;p1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766820">
                <a:off x="1714543" y="91519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764;p1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402334">
                <a:off x="1703007" y="36289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765;p1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69362">
                <a:off x="1441647" y="239542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766;p1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7286007">
                <a:off x="1459374" y="162311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767;p1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711684">
                <a:off x="804305" y="163540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768;p1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9496747">
                <a:off x="-17906" y="219595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769;p1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8623465">
                <a:off x="-109039" y="142289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770;p1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064181">
                <a:off x="-213290" y="810612"/>
                <a:ext cx="1454361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771;p1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6804596">
                <a:off x="225038" y="46195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772;p1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52743" flipH="1">
                <a:off x="919897" y="92317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32603080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70CA6EA5-3027-4B47-A9C6-C835E01FE124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773;p10"/>
            <p:cNvGrpSpPr/>
            <p:nvPr/>
          </p:nvGrpSpPr>
          <p:grpSpPr>
            <a:xfrm>
              <a:off x="4835348" y="2158445"/>
              <a:ext cx="3289304" cy="3254099"/>
              <a:chOff x="4037951" y="790832"/>
              <a:chExt cx="3289304" cy="3254099"/>
            </a:xfrm>
          </p:grpSpPr>
          <p:sp>
            <p:nvSpPr>
              <p:cNvPr id="4" name="Google Shape;776;p10"/>
              <p:cNvSpPr txBox="1"/>
              <p:nvPr/>
            </p:nvSpPr>
            <p:spPr>
              <a:xfrm>
                <a:off x="4293600" y="1803099"/>
                <a:ext cx="3033655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" name="Google Shape;777;p1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9730824">
                <a:off x="4037951" y="92030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778;p1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685193">
                <a:off x="5032034" y="94930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779;p1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384037">
                <a:off x="5789743" y="193474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780;p1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717683">
                <a:off x="5522681" y="89341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781;p1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4957038">
                <a:off x="4423336" y="170407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782;p1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0462612">
                <a:off x="5756543" y="261627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783;p1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800000">
                <a:off x="4867788" y="231723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784;p1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4352211" y="239921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785;p1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4918258">
                <a:off x="4539582" y="300308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" name="Google Shape;786;p1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120279">
                <a:off x="6268998" y="118898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34492363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B18F966-4353-F544-8D40-864E8A45EE60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787;p10"/>
            <p:cNvGrpSpPr/>
            <p:nvPr/>
          </p:nvGrpSpPr>
          <p:grpSpPr>
            <a:xfrm>
              <a:off x="4653403" y="1801063"/>
              <a:ext cx="3450824" cy="3596187"/>
              <a:chOff x="7504586" y="836815"/>
              <a:chExt cx="3450824" cy="3596187"/>
            </a:xfrm>
          </p:grpSpPr>
          <p:pic>
            <p:nvPicPr>
              <p:cNvPr id="4" name="Google Shape;791;p1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4452789">
                <a:off x="9656138" y="145610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792;p1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3357711">
                <a:off x="8647943" y="339115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793;p1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6857548">
                <a:off x="8233262" y="282188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794;p1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973070">
                <a:off x="9515410" y="231258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795;p1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883062">
                <a:off x="9152610" y="184962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796;p1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9076377">
                <a:off x="7504586" y="264166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797;p1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4562860">
                <a:off x="9522073" y="306321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798;p1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545575">
                <a:off x="8258275" y="191446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799;p1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4206444">
                <a:off x="7718328" y="123496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800;p1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352509">
                <a:off x="9125946" y="111796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35393401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3EC28B43-7324-DA40-A7E7-C184C5453C0F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801;p10"/>
            <p:cNvGrpSpPr/>
            <p:nvPr/>
          </p:nvGrpSpPr>
          <p:grpSpPr>
            <a:xfrm>
              <a:off x="4704849" y="1816462"/>
              <a:ext cx="3218568" cy="3567076"/>
              <a:chOff x="1357295" y="3072513"/>
              <a:chExt cx="3218568" cy="3567076"/>
            </a:xfrm>
          </p:grpSpPr>
          <p:pic>
            <p:nvPicPr>
              <p:cNvPr id="4" name="Google Shape;805;p1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9196467">
                <a:off x="2213837" y="363049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806;p1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091196">
                <a:off x="2267352" y="525134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807;p1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4955603">
                <a:off x="3323832" y="559774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808;p1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203929">
                <a:off x="2484516" y="559417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809;p1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7497909">
                <a:off x="1602774" y="347066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810;p1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6191992">
                <a:off x="3185454" y="363797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811;p1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366873">
                <a:off x="1357295" y="532402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812;p1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647772">
                <a:off x="3103908" y="430244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813;p1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227886">
                <a:off x="1585712" y="424543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814;p1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9313846">
                <a:off x="3135863" y="472552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1046350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1305241B-7345-4E40-86D4-CCFEBE562351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815;p10"/>
            <p:cNvGrpSpPr/>
            <p:nvPr/>
          </p:nvGrpSpPr>
          <p:grpSpPr>
            <a:xfrm>
              <a:off x="4911233" y="1824741"/>
              <a:ext cx="3137534" cy="3197897"/>
              <a:chOff x="5736551" y="3319343"/>
              <a:chExt cx="3137534" cy="3197897"/>
            </a:xfrm>
          </p:grpSpPr>
          <p:grpSp>
            <p:nvGrpSpPr>
              <p:cNvPr id="4" name="Google Shape;816;p10"/>
              <p:cNvGrpSpPr/>
              <p:nvPr/>
            </p:nvGrpSpPr>
            <p:grpSpPr>
              <a:xfrm>
                <a:off x="5736551" y="3319343"/>
                <a:ext cx="3137534" cy="3197897"/>
                <a:chOff x="7344694" y="3500193"/>
                <a:chExt cx="3137534" cy="3197897"/>
              </a:xfrm>
            </p:grpSpPr>
            <p:sp>
              <p:nvSpPr>
                <p:cNvPr id="6" name="Google Shape;819;p10"/>
                <p:cNvSpPr txBox="1"/>
                <p:nvPr/>
              </p:nvSpPr>
              <p:spPr>
                <a:xfrm>
                  <a:off x="7448573" y="4967923"/>
                  <a:ext cx="3033655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 b="1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id="7" name="Google Shape;820;p10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5568611">
                  <a:off x="8846455" y="4449321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8" name="Google Shape;821;p10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10262528">
                  <a:off x="7478151" y="5597451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9" name="Google Shape;822;p10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5400000">
                  <a:off x="8096215" y="3898346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0" name="Google Shape;823;p10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3024912">
                  <a:off x="7930932" y="4453762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1" name="Google Shape;824;p10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6424027">
                  <a:off x="9184651" y="5144133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2" name="Google Shape;825;p10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1010826">
                  <a:off x="7344694" y="5327184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3" name="Google Shape;826;p10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1829293">
                  <a:off x="8526866" y="6054397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4" name="Google Shape;827;p10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289459">
                  <a:off x="7375243" y="4047983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5" name="Google Shape;828;p10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3888414">
                  <a:off x="8752677" y="5498436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5" name="Google Shape;829;p1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3974101">
                <a:off x="7819591" y="383146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12012732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43B1143B-E435-B048-97C5-C53DB464ADF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834;p11"/>
            <p:cNvGrpSpPr/>
            <p:nvPr/>
          </p:nvGrpSpPr>
          <p:grpSpPr>
            <a:xfrm>
              <a:off x="4764124" y="2141479"/>
              <a:ext cx="3431752" cy="3064872"/>
              <a:chOff x="-291907" y="218766"/>
              <a:chExt cx="3431752" cy="3064872"/>
            </a:xfrm>
          </p:grpSpPr>
          <p:sp>
            <p:nvSpPr>
              <p:cNvPr id="4" name="Google Shape;837;p11"/>
              <p:cNvSpPr txBox="1"/>
              <p:nvPr/>
            </p:nvSpPr>
            <p:spPr>
              <a:xfrm>
                <a:off x="106190" y="1454139"/>
                <a:ext cx="3033655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" name="Google Shape;838;p1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8343475">
                <a:off x="1626501" y="137981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839;p1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402334">
                <a:off x="-291907" y="107057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840;p1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69362">
                <a:off x="1670454" y="251049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841;p1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9206401">
                <a:off x="1055622" y="75810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842;p1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64740">
                <a:off x="377990" y="21876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843;p1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4822665">
                <a:off x="33827" y="197515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844;p1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800000">
                <a:off x="1641568" y="34345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845;p1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8636614">
                <a:off x="394094" y="591216"/>
                <a:ext cx="1454361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846;p1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6804596">
                <a:off x="678515" y="224179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" name="Google Shape;847;p1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476168" flipH="1">
                <a:off x="183464" y="165913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30008632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A447552C-7DAF-A84F-A8D2-58307146B46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848;p11"/>
            <p:cNvGrpSpPr/>
            <p:nvPr/>
          </p:nvGrpSpPr>
          <p:grpSpPr>
            <a:xfrm>
              <a:off x="4613400" y="1807752"/>
              <a:ext cx="3733199" cy="3584496"/>
              <a:chOff x="3922153" y="58223"/>
              <a:chExt cx="3733199" cy="3584496"/>
            </a:xfrm>
          </p:grpSpPr>
          <p:pic>
            <p:nvPicPr>
              <p:cNvPr id="4" name="Google Shape;852;p1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9906113">
                <a:off x="4037951" y="92030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853;p1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685193">
                <a:off x="5032034" y="94930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854;p1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384037">
                <a:off x="5789536" y="181976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855;p1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8023457">
                <a:off x="5626195" y="45637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856;p1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729435">
                <a:off x="6215352" y="119915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857;p1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3478761">
                <a:off x="6106761" y="260087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858;p1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6967760">
                <a:off x="5099122" y="216305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859;p1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0001697">
                <a:off x="4415666" y="264195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860;p1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858082">
                <a:off x="3922153" y="196990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861;p1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558236">
                <a:off x="6140066" y="209208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31819072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F197A46-718A-D44C-B86C-F4BC275B8F3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862;p11"/>
            <p:cNvGrpSpPr/>
            <p:nvPr/>
          </p:nvGrpSpPr>
          <p:grpSpPr>
            <a:xfrm>
              <a:off x="4751434" y="1794470"/>
              <a:ext cx="3457131" cy="3611059"/>
              <a:chOff x="7807079" y="875724"/>
              <a:chExt cx="3457131" cy="3611059"/>
            </a:xfrm>
          </p:grpSpPr>
          <p:sp>
            <p:nvSpPr>
              <p:cNvPr id="4" name="Google Shape;865;p11"/>
              <p:cNvSpPr txBox="1"/>
              <p:nvPr/>
            </p:nvSpPr>
            <p:spPr>
              <a:xfrm>
                <a:off x="7807079" y="2306483"/>
                <a:ext cx="3033655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" name="Google Shape;866;p1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0138903">
                <a:off x="9075614" y="113437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867;p1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3357711">
                <a:off x="9075614" y="344493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868;p1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6857548">
                <a:off x="8233262" y="282188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869;p1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973070">
                <a:off x="7893541" y="170790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870;p1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883062">
                <a:off x="9152610" y="184962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871;p1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036107">
                <a:off x="7869011" y="305499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872;p1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0601593">
                <a:off x="9291656" y="255125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873;p1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545575">
                <a:off x="9824210" y="162032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874;p1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81208">
                <a:off x="7924214" y="245721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" name="Google Shape;875;p1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400000">
                <a:off x="8365801" y="127387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29692039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>
            <a:extLst>
              <a:ext uri="{FF2B5EF4-FFF2-40B4-BE49-F238E27FC236}">
                <a16:creationId xmlns:a16="http://schemas.microsoft.com/office/drawing/2014/main" id="{E3104131-8726-3D40-AF41-9E9E59AE4C17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FF6178CE-F12E-3D44-9655-459FA972C834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876;p11"/>
            <p:cNvGrpSpPr/>
            <p:nvPr/>
          </p:nvGrpSpPr>
          <p:grpSpPr>
            <a:xfrm>
              <a:off x="4967171" y="1957613"/>
              <a:ext cx="3025658" cy="3284774"/>
              <a:chOff x="1482904" y="3239820"/>
              <a:chExt cx="3025658" cy="3284774"/>
            </a:xfrm>
          </p:grpSpPr>
          <p:pic>
            <p:nvPicPr>
              <p:cNvPr id="4" name="Google Shape;880;p1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9196467">
                <a:off x="2213837" y="363049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881;p1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091196">
                <a:off x="2292729" y="515040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882;p1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4955603">
                <a:off x="1084751" y="418441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883;p1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7678387">
                <a:off x="1701607" y="548274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884;p1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369515">
                <a:off x="1602774" y="347066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885;p1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6191992">
                <a:off x="3185454" y="363797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886;p1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366873">
                <a:off x="3068562" y="481407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887;p1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4385209">
                <a:off x="2987684" y="395510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888;p1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3995599">
                <a:off x="1380273" y="473759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889;p1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9313846">
                <a:off x="3055887" y="552913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30040784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BDB34E4-C938-AA44-AFA0-7F081E24121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890;p11"/>
            <p:cNvGrpSpPr/>
            <p:nvPr/>
          </p:nvGrpSpPr>
          <p:grpSpPr>
            <a:xfrm>
              <a:off x="4609522" y="2295741"/>
              <a:ext cx="3740955" cy="3282870"/>
              <a:chOff x="5484397" y="3602542"/>
              <a:chExt cx="3740955" cy="3282870"/>
            </a:xfrm>
          </p:grpSpPr>
          <p:grpSp>
            <p:nvGrpSpPr>
              <p:cNvPr id="4" name="Google Shape;891;p11"/>
              <p:cNvGrpSpPr/>
              <p:nvPr/>
            </p:nvGrpSpPr>
            <p:grpSpPr>
              <a:xfrm>
                <a:off x="5484397" y="3602542"/>
                <a:ext cx="3740955" cy="3282870"/>
                <a:chOff x="7092540" y="3783392"/>
                <a:chExt cx="3740955" cy="3282870"/>
              </a:xfrm>
            </p:grpSpPr>
            <p:pic>
              <p:nvPicPr>
                <p:cNvPr id="6" name="Google Shape;895;p11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5568611">
                  <a:off x="8846455" y="4449321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" name="Google Shape;896;p11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1764725">
                  <a:off x="7478151" y="5597451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8" name="Google Shape;897;p11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5400000">
                  <a:off x="8007653" y="4181545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9" name="Google Shape;898;p11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15096819">
                  <a:off x="7633287" y="4581351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0" name="Google Shape;899;p11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802914">
                  <a:off x="9136219" y="5744634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1" name="Google Shape;900;p11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1010826">
                  <a:off x="8787660" y="3845342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2" name="Google Shape;901;p11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4485587">
                  <a:off x="7876758" y="6024415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3" name="Google Shape;902;p11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289459">
                  <a:off x="9393495" y="4396313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4" name="Google Shape;903;p11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9561840">
                  <a:off x="7092540" y="3872428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5" name="Google Shape;904;p11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400000">
                <a:off x="6701150" y="509351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185387130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608E690-1C8B-314A-8BC8-1783A2BA615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909;p12"/>
            <p:cNvGrpSpPr/>
            <p:nvPr/>
          </p:nvGrpSpPr>
          <p:grpSpPr>
            <a:xfrm>
              <a:off x="4777363" y="1975902"/>
              <a:ext cx="3405274" cy="3248196"/>
              <a:chOff x="46048" y="103284"/>
              <a:chExt cx="3405274" cy="3248196"/>
            </a:xfrm>
          </p:grpSpPr>
          <p:pic>
            <p:nvPicPr>
              <p:cNvPr id="4" name="Google Shape;913;p1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8343475">
                <a:off x="2011322" y="69836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914;p1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69876">
                <a:off x="853272" y="235906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915;p1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493094">
                <a:off x="689027" y="84771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916;p1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9206401">
                <a:off x="1273426" y="91215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917;p1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0495990">
                <a:off x="831443" y="10328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918;p1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400000">
                <a:off x="-121458" y="230963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919;p1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33511">
                <a:off x="46048" y="49673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920;p1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007829">
                <a:off x="1359704" y="2212749"/>
                <a:ext cx="1454361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921;p1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3144207">
                <a:off x="-39790" y="137837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922;p1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476168" flipH="1">
                <a:off x="1843639" y="174679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167376818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C9A8B3C2-B5FC-E44A-89F9-5DD9C65FA696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923;p12"/>
            <p:cNvGrpSpPr/>
            <p:nvPr/>
          </p:nvGrpSpPr>
          <p:grpSpPr>
            <a:xfrm>
              <a:off x="4689662" y="1521660"/>
              <a:ext cx="3580675" cy="3662781"/>
              <a:chOff x="3922153" y="58223"/>
              <a:chExt cx="3580675" cy="3662781"/>
            </a:xfrm>
          </p:grpSpPr>
          <p:sp>
            <p:nvSpPr>
              <p:cNvPr id="4" name="Google Shape;926;p12"/>
              <p:cNvSpPr txBox="1"/>
              <p:nvPr/>
            </p:nvSpPr>
            <p:spPr>
              <a:xfrm>
                <a:off x="4293600" y="1803099"/>
                <a:ext cx="3033655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" name="Google Shape;927;p1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9906113">
                <a:off x="4037951" y="92030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928;p1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685193">
                <a:off x="6062828" y="271462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929;p1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3593321">
                <a:off x="5804155" y="220822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930;p1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783224">
                <a:off x="5626195" y="45637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931;p1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729435">
                <a:off x="6020917" y="146161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932;p1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3478761">
                <a:off x="4444896" y="267915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933;p1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6967760">
                <a:off x="5217320" y="257415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934;p1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353331">
                <a:off x="5123801" y="98088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935;p1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698216">
                <a:off x="3922153" y="196990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" name="Google Shape;936;p1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9663707">
                <a:off x="4362452" y="168705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26119568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F931ED8E-972F-1D4F-8FE6-15BE4A754ACF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937;p12"/>
            <p:cNvGrpSpPr/>
            <p:nvPr/>
          </p:nvGrpSpPr>
          <p:grpSpPr>
            <a:xfrm>
              <a:off x="4963172" y="1938659"/>
              <a:ext cx="3033655" cy="3322682"/>
              <a:chOff x="7807079" y="875724"/>
              <a:chExt cx="3033655" cy="3322682"/>
            </a:xfrm>
          </p:grpSpPr>
          <p:sp>
            <p:nvSpPr>
              <p:cNvPr id="4" name="Google Shape;940;p12"/>
              <p:cNvSpPr txBox="1"/>
              <p:nvPr/>
            </p:nvSpPr>
            <p:spPr>
              <a:xfrm>
                <a:off x="7807079" y="2306483"/>
                <a:ext cx="3033655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" name="Google Shape;941;p1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0138903">
                <a:off x="9075614" y="113437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942;p1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99653">
                <a:off x="9101177" y="258201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943;p1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6857548">
                <a:off x="8233262" y="282188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944;p1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973070">
                <a:off x="7893541" y="170790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945;p1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8855558">
                <a:off x="9169018" y="317420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946;p1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7075047">
                <a:off x="9654592" y="168703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947;p1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6791633">
                <a:off x="7810178" y="315655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948;p1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3491056">
                <a:off x="7617282" y="263426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949;p1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4231439">
                <a:off x="9703214" y="276924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" name="Google Shape;950;p1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400000">
                <a:off x="8365801" y="127387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217816877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C78CF971-E91C-3747-A9AB-C59855F1011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951;p12"/>
            <p:cNvGrpSpPr/>
            <p:nvPr/>
          </p:nvGrpSpPr>
          <p:grpSpPr>
            <a:xfrm>
              <a:off x="4720053" y="1913048"/>
              <a:ext cx="3519894" cy="3373903"/>
              <a:chOff x="1339895" y="3299840"/>
              <a:chExt cx="3519894" cy="3373903"/>
            </a:xfrm>
          </p:grpSpPr>
          <p:sp>
            <p:nvSpPr>
              <p:cNvPr id="4" name="Google Shape;954;p12"/>
              <p:cNvSpPr txBox="1"/>
              <p:nvPr/>
            </p:nvSpPr>
            <p:spPr>
              <a:xfrm>
                <a:off x="1542345" y="4667833"/>
                <a:ext cx="3033655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" name="Google Shape;955;p1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9196467">
                <a:off x="2213837" y="363049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956;p1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091196">
                <a:off x="2666298" y="522991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957;p1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634719">
                <a:off x="1339895" y="428675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958;p1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7840013">
                <a:off x="3107011" y="515926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959;p1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369515">
                <a:off x="3419789" y="377943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960;p1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6191992">
                <a:off x="1395370" y="556066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961;p1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4209874">
                <a:off x="3146327" y="431039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962;p1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9253427">
                <a:off x="1713347" y="329984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963;p1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3995599">
                <a:off x="1660089" y="474609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" name="Google Shape;964;p1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7218002">
                <a:off x="2697671" y="563189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270411095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9A9742C-B986-DA49-83D9-E45C7BEBBEA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965;p12"/>
            <p:cNvGrpSpPr/>
            <p:nvPr/>
          </p:nvGrpSpPr>
          <p:grpSpPr>
            <a:xfrm>
              <a:off x="4596620" y="1768638"/>
              <a:ext cx="3338362" cy="3662724"/>
              <a:chOff x="5543178" y="3141832"/>
              <a:chExt cx="3338362" cy="3662724"/>
            </a:xfrm>
          </p:grpSpPr>
          <p:grpSp>
            <p:nvGrpSpPr>
              <p:cNvPr id="4" name="Google Shape;966;p12"/>
              <p:cNvGrpSpPr/>
              <p:nvPr/>
            </p:nvGrpSpPr>
            <p:grpSpPr>
              <a:xfrm>
                <a:off x="5543178" y="3141832"/>
                <a:ext cx="3338362" cy="3662724"/>
                <a:chOff x="7151321" y="3322682"/>
                <a:chExt cx="3338362" cy="3662724"/>
              </a:xfrm>
            </p:grpSpPr>
            <p:pic>
              <p:nvPicPr>
                <p:cNvPr id="6" name="Google Shape;970;p12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>
                  <a:off x="9049683" y="4592176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" name="Google Shape;971;p12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3551995">
                  <a:off x="7285558" y="4064170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8" name="Google Shape;972;p12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5400000">
                  <a:off x="7633943" y="5943559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9" name="Google Shape;973;p12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8407211">
                  <a:off x="7659313" y="4582447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0" name="Google Shape;974;p12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3909208">
                  <a:off x="9331089" y="5229265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1" name="Google Shape;975;p12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1010826">
                  <a:off x="8787660" y="3845342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2" name="Google Shape;976;p12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5400000">
                  <a:off x="7724485" y="3720835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3" name="Google Shape;977;p12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289459">
                  <a:off x="7151321" y="5505806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4" name="Google Shape;978;p12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9561840">
                  <a:off x="8828951" y="5723448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5" name="Google Shape;979;p12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8142402">
                <a:off x="6701150" y="509351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428244020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10D04E5E-8146-D54D-A539-6D8AF22C8484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984;p13"/>
            <p:cNvGrpSpPr/>
            <p:nvPr/>
          </p:nvGrpSpPr>
          <p:grpSpPr>
            <a:xfrm>
              <a:off x="4867751" y="1912685"/>
              <a:ext cx="3224497" cy="3374629"/>
              <a:chOff x="-90119" y="109730"/>
              <a:chExt cx="3224497" cy="3374629"/>
            </a:xfrm>
          </p:grpSpPr>
          <p:pic>
            <p:nvPicPr>
              <p:cNvPr id="4" name="Google Shape;988;p1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504963">
                <a:off x="1325590" y="173878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989;p1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7718621">
                <a:off x="929812" y="244251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990;p1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493094">
                <a:off x="689027" y="84771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991;p1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9206401">
                <a:off x="1273426" y="91215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992;p1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8415166">
                <a:off x="610771" y="177912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993;p1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400000">
                <a:off x="1822869" y="154859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994;p1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33511">
                <a:off x="1694378" y="38139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995;p1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007829">
                <a:off x="45103" y="515064"/>
                <a:ext cx="1454361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996;p1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3144207">
                <a:off x="-39790" y="137837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997;p1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flipH="1">
                <a:off x="-90119" y="236456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349851634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AF2C549D-DA70-FD40-8F5D-F4B0FB3D410F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998;p13"/>
            <p:cNvGrpSpPr/>
            <p:nvPr/>
          </p:nvGrpSpPr>
          <p:grpSpPr>
            <a:xfrm>
              <a:off x="4920713" y="1794837"/>
              <a:ext cx="3118574" cy="3610325"/>
              <a:chOff x="4092421" y="58223"/>
              <a:chExt cx="3118574" cy="3610325"/>
            </a:xfrm>
          </p:grpSpPr>
          <p:pic>
            <p:nvPicPr>
              <p:cNvPr id="4" name="Google Shape;1002;p1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400000">
                <a:off x="3986413" y="133356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1003;p1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685193">
                <a:off x="4424963" y="85795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1004;p1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800000">
                <a:off x="4092421" y="250431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1005;p1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783224">
                <a:off x="5626195" y="45637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1006;p1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831962">
                <a:off x="5733344" y="140807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1007;p1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5770995" y="212581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1008;p1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6967760">
                <a:off x="5217320" y="257415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1009;p1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636618">
                <a:off x="6140610" y="262670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1010;p1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575979">
                <a:off x="4899933" y="113364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1011;p1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9663707">
                <a:off x="4467135" y="182746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42364625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群組 28"/>
          <p:cNvGrpSpPr/>
          <p:nvPr/>
        </p:nvGrpSpPr>
        <p:grpSpPr>
          <a:xfrm>
            <a:off x="4227101" y="1339038"/>
            <a:ext cx="4320000" cy="4320000"/>
            <a:chOff x="4227101" y="1339038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34BADD7-D1A2-3748-9047-1D6EBEC4FC53}"/>
                </a:ext>
              </a:extLst>
            </p:cNvPr>
            <p:cNvSpPr txBox="1"/>
            <p:nvPr/>
          </p:nvSpPr>
          <p:spPr>
            <a:xfrm>
              <a:off x="4227101" y="1339038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5" name="群組 14"/>
            <p:cNvGrpSpPr/>
            <p:nvPr/>
          </p:nvGrpSpPr>
          <p:grpSpPr>
            <a:xfrm>
              <a:off x="4806860" y="1809219"/>
              <a:ext cx="3160482" cy="3379637"/>
              <a:chOff x="7389866" y="110039"/>
              <a:chExt cx="3160482" cy="3379637"/>
            </a:xfrm>
          </p:grpSpPr>
          <p:grpSp>
            <p:nvGrpSpPr>
              <p:cNvPr id="16" name="群組 15"/>
              <p:cNvGrpSpPr/>
              <p:nvPr/>
            </p:nvGrpSpPr>
            <p:grpSpPr>
              <a:xfrm>
                <a:off x="7389866" y="110039"/>
                <a:ext cx="3160482" cy="3138830"/>
                <a:chOff x="7389866" y="110039"/>
                <a:chExt cx="3160482" cy="3138830"/>
              </a:xfrm>
            </p:grpSpPr>
            <p:pic>
              <p:nvPicPr>
                <p:cNvPr id="18" name="Google Shape;1019;p13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8973070">
                  <a:off x="7970027" y="320798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19" name="群組 18"/>
                <p:cNvGrpSpPr/>
                <p:nvPr/>
              </p:nvGrpSpPr>
              <p:grpSpPr>
                <a:xfrm>
                  <a:off x="7389866" y="519404"/>
                  <a:ext cx="3160482" cy="2729465"/>
                  <a:chOff x="7389866" y="519404"/>
                  <a:chExt cx="3160482" cy="2729465"/>
                </a:xfrm>
              </p:grpSpPr>
              <p:pic>
                <p:nvPicPr>
                  <p:cNvPr id="21" name="Google Shape;1020;p13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l="66158" t="65100" r="3729" b="9193"/>
                  <a:stretch/>
                </p:blipFill>
                <p:spPr>
                  <a:xfrm rot="12744442">
                    <a:off x="7389866" y="1455013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2" name="Google Shape;1022;p13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l="66158" t="65100" r="3729" b="9193"/>
                  <a:stretch/>
                </p:blipFill>
                <p:spPr>
                  <a:xfrm rot="14808367">
                    <a:off x="7889509" y="2207022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grpSp>
                <p:nvGrpSpPr>
                  <p:cNvPr id="23" name="群組 22"/>
                  <p:cNvGrpSpPr/>
                  <p:nvPr/>
                </p:nvGrpSpPr>
                <p:grpSpPr>
                  <a:xfrm>
                    <a:off x="7421697" y="519404"/>
                    <a:ext cx="3128651" cy="2587169"/>
                    <a:chOff x="7421697" y="519404"/>
                    <a:chExt cx="3128651" cy="2587169"/>
                  </a:xfrm>
                </p:grpSpPr>
                <p:pic>
                  <p:nvPicPr>
                    <p:cNvPr id="24" name="Google Shape;1016;p13"/>
                    <p:cNvPicPr preferRelativeResize="0"/>
                    <p:nvPr/>
                  </p:nvPicPr>
                  <p:blipFill rotWithShape="1">
                    <a:blip r:embed="rId2">
                      <a:alphaModFix/>
                    </a:blip>
                    <a:srcRect l="66158" t="65100" r="3729" b="9193"/>
                    <a:stretch/>
                  </p:blipFill>
                  <p:spPr>
                    <a:xfrm rot="10800000">
                      <a:off x="9110348" y="1544708"/>
                      <a:ext cx="1440000" cy="64369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id="25" name="Google Shape;1017;p13"/>
                    <p:cNvPicPr preferRelativeResize="0"/>
                    <p:nvPr/>
                  </p:nvPicPr>
                  <p:blipFill rotWithShape="1">
                    <a:blip r:embed="rId2">
                      <a:alphaModFix/>
                    </a:blip>
                    <a:srcRect l="66158" t="65100" r="3729" b="9193"/>
                    <a:stretch/>
                  </p:blipFill>
                  <p:spPr>
                    <a:xfrm rot="21400347">
                      <a:off x="8836864" y="912071"/>
                      <a:ext cx="1440000" cy="64369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id="26" name="Google Shape;1018;p13"/>
                    <p:cNvPicPr preferRelativeResize="0"/>
                    <p:nvPr/>
                  </p:nvPicPr>
                  <p:blipFill rotWithShape="1">
                    <a:blip r:embed="rId2">
                      <a:alphaModFix/>
                    </a:blip>
                    <a:srcRect l="66158" t="65100" r="3729" b="9193"/>
                    <a:stretch/>
                  </p:blipFill>
                  <p:spPr>
                    <a:xfrm rot="5400000">
                      <a:off x="8180471" y="2064726"/>
                      <a:ext cx="1440000" cy="64369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id="27" name="Google Shape;1021;p13"/>
                    <p:cNvPicPr preferRelativeResize="0"/>
                    <p:nvPr/>
                  </p:nvPicPr>
                  <p:blipFill rotWithShape="1">
                    <a:blip r:embed="rId2">
                      <a:alphaModFix/>
                    </a:blip>
                    <a:srcRect l="66158" t="65100" r="3729" b="9193"/>
                    <a:stretch/>
                  </p:blipFill>
                  <p:spPr>
                    <a:xfrm rot="14524953">
                      <a:off x="8027701" y="917557"/>
                      <a:ext cx="1440000" cy="64369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id="28" name="Google Shape;1023;p13"/>
                    <p:cNvPicPr preferRelativeResize="0"/>
                    <p:nvPr/>
                  </p:nvPicPr>
                  <p:blipFill rotWithShape="1">
                    <a:blip r:embed="rId2">
                      <a:alphaModFix/>
                    </a:blip>
                    <a:srcRect l="66158" t="65100" r="3729" b="9193"/>
                    <a:stretch/>
                  </p:blipFill>
                  <p:spPr>
                    <a:xfrm>
                      <a:off x="7421697" y="527171"/>
                      <a:ext cx="1440000" cy="64369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</p:grpSp>
            </p:grpSp>
            <p:pic>
              <p:nvPicPr>
                <p:cNvPr id="20" name="Google Shape;1024;p13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4231439">
                  <a:off x="9275720" y="508192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17" name="Google Shape;1025;p1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728585">
                <a:off x="9098054" y="244782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378012855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29CFC330-7C63-F947-8AA6-7B9937F8307F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1026;p13"/>
            <p:cNvGrpSpPr/>
            <p:nvPr/>
          </p:nvGrpSpPr>
          <p:grpSpPr>
            <a:xfrm>
              <a:off x="4732325" y="1887228"/>
              <a:ext cx="3495350" cy="3425543"/>
              <a:chOff x="1364439" y="2915627"/>
              <a:chExt cx="3495350" cy="3425543"/>
            </a:xfrm>
          </p:grpSpPr>
          <p:sp>
            <p:nvSpPr>
              <p:cNvPr id="4" name="Google Shape;1029;p13"/>
              <p:cNvSpPr txBox="1"/>
              <p:nvPr/>
            </p:nvSpPr>
            <p:spPr>
              <a:xfrm>
                <a:off x="1542345" y="4667833"/>
                <a:ext cx="3033655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" name="Google Shape;1030;p1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9196467">
                <a:off x="2291197" y="373330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1031;p1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800000">
                <a:off x="2666298" y="522991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1032;p1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400000">
                <a:off x="2922160" y="445490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1033;p1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7840013">
                <a:off x="3248024" y="512352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1034;p1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369515">
                <a:off x="3419789" y="377943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1035;p1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4802765">
                <a:off x="1980087" y="487143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1036;p1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800000">
                <a:off x="1381688" y="415501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1037;p1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606446">
                <a:off x="1364439" y="552738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1038;p1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2138246" y="569747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" name="Google Shape;1039;p1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400000">
                <a:off x="1717415" y="331378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207343086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BD8F4598-987E-EA4D-8215-BCE8A33E9471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1040;p13"/>
            <p:cNvGrpSpPr/>
            <p:nvPr/>
          </p:nvGrpSpPr>
          <p:grpSpPr>
            <a:xfrm>
              <a:off x="4618128" y="2019955"/>
              <a:ext cx="3386566" cy="3160090"/>
              <a:chOff x="5481234" y="3231840"/>
              <a:chExt cx="3386566" cy="3160090"/>
            </a:xfrm>
          </p:grpSpPr>
          <p:grpSp>
            <p:nvGrpSpPr>
              <p:cNvPr id="4" name="Google Shape;1041;p13"/>
              <p:cNvGrpSpPr/>
              <p:nvPr/>
            </p:nvGrpSpPr>
            <p:grpSpPr>
              <a:xfrm>
                <a:off x="5934545" y="3231840"/>
                <a:ext cx="2933255" cy="3160090"/>
                <a:chOff x="7542688" y="3412690"/>
                <a:chExt cx="2933255" cy="3160090"/>
              </a:xfrm>
            </p:grpSpPr>
            <p:pic>
              <p:nvPicPr>
                <p:cNvPr id="6" name="Google Shape;1045;p13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>
                  <a:off x="9035943" y="5906872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" name="Google Shape;1046;p13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>
                  <a:off x="7685055" y="4782395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8" name="Google Shape;1047;p13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5400000">
                  <a:off x="8273969" y="5530933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9" name="Google Shape;1048;p13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8407211">
                  <a:off x="8894648" y="4536036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0" name="Google Shape;1049;p13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2714490">
                  <a:off x="9331089" y="5229265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1" name="Google Shape;1050;p13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3041891">
                  <a:off x="8230678" y="4190035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2" name="Google Shape;1051;p13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5400000">
                  <a:off x="7208504" y="4145716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3" name="Google Shape;1052;p13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5400000">
                  <a:off x="8999886" y="3810843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4" name="Google Shape;1053;p13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9561840">
                  <a:off x="7542688" y="5631726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5" name="Google Shape;1054;p13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8142402">
                <a:off x="5481234" y="496345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190400366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5355310-5AB2-6241-90F6-015AFDECADA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1059;p14"/>
            <p:cNvGrpSpPr/>
            <p:nvPr/>
          </p:nvGrpSpPr>
          <p:grpSpPr>
            <a:xfrm>
              <a:off x="4900500" y="1961113"/>
              <a:ext cx="3159000" cy="3277774"/>
              <a:chOff x="57640" y="-180278"/>
              <a:chExt cx="3159000" cy="3277774"/>
            </a:xfrm>
          </p:grpSpPr>
          <p:pic>
            <p:nvPicPr>
              <p:cNvPr id="4" name="Google Shape;1063;p1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504963">
                <a:off x="1776640" y="154538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1064;p1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7718621">
                <a:off x="314756" y="168285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1065;p1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493094">
                <a:off x="418143" y="47438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1066;p1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9206401">
                <a:off x="1273426" y="91215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1067;p1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655873">
                <a:off x="792329" y="226538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1068;p1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400000">
                <a:off x="946358" y="31256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1069;p1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33511">
                <a:off x="57640" y="234998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1070;p1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007829">
                <a:off x="-226026" y="1155510"/>
                <a:ext cx="1454361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1071;p1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400000">
                <a:off x="1773450" y="21787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1072;p1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flipH="1">
                <a:off x="1571328" y="245380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170072637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1A48178-77C5-6B4D-96CF-B5BE8E3B8F5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1073;p14"/>
            <p:cNvGrpSpPr/>
            <p:nvPr/>
          </p:nvGrpSpPr>
          <p:grpSpPr>
            <a:xfrm>
              <a:off x="4693803" y="2117847"/>
              <a:ext cx="3142824" cy="2964306"/>
              <a:chOff x="4068171" y="494063"/>
              <a:chExt cx="3142824" cy="2964306"/>
            </a:xfrm>
          </p:grpSpPr>
          <p:pic>
            <p:nvPicPr>
              <p:cNvPr id="4" name="Google Shape;1077;p1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400000">
                <a:off x="4320242" y="241652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1078;p1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9633786">
                <a:off x="4091427" y="63613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1079;p1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800000">
                <a:off x="5430957" y="49406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1080;p1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400000">
                <a:off x="5162867" y="95977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1081;p1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831962">
                <a:off x="6081817" y="136808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1082;p1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926863">
                <a:off x="5770995" y="212581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1083;p1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6967760">
                <a:off x="6054322" y="239235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1084;p1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4068171" y="150780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1085;p1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227039">
                <a:off x="5137100" y="271727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1086;p1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7514745">
                <a:off x="4507364" y="167290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138685004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FE15FCB6-DBC3-CF46-9DC9-130D8508C411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1087;p14"/>
            <p:cNvGrpSpPr/>
            <p:nvPr/>
          </p:nvGrpSpPr>
          <p:grpSpPr>
            <a:xfrm>
              <a:off x="4694290" y="1986443"/>
              <a:ext cx="3571420" cy="3227113"/>
              <a:chOff x="7518535" y="1128440"/>
              <a:chExt cx="3571420" cy="3227113"/>
            </a:xfrm>
          </p:grpSpPr>
          <p:sp>
            <p:nvSpPr>
              <p:cNvPr id="4" name="Google Shape;1090;p14"/>
              <p:cNvSpPr txBox="1"/>
              <p:nvPr/>
            </p:nvSpPr>
            <p:spPr>
              <a:xfrm>
                <a:off x="7807079" y="2306483"/>
                <a:ext cx="3033655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" name="Google Shape;1091;p1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7753422">
                <a:off x="9122560" y="243080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1092;p1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8074819" y="299546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1093;p1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855366">
                <a:off x="8851379" y="331370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1094;p1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973070">
                <a:off x="8229508" y="112844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1095;p1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400000">
                <a:off x="8073486" y="188893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1096;p1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7075047">
                <a:off x="9022652" y="153655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1097;p1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800000">
                <a:off x="7518535" y="138206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1098;p1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671394">
                <a:off x="9649955" y="145180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1099;p1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8124632">
                <a:off x="7627087" y="238474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" name="Google Shape;1100;p1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400000">
                <a:off x="9552888" y="314446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88953757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93336BD-A5CF-AB45-8E3A-A0DB4DAED1D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1101;p14"/>
            <p:cNvGrpSpPr/>
            <p:nvPr/>
          </p:nvGrpSpPr>
          <p:grpSpPr>
            <a:xfrm>
              <a:off x="4762794" y="1895324"/>
              <a:ext cx="3434411" cy="3409351"/>
              <a:chOff x="1484486" y="3107662"/>
              <a:chExt cx="3434411" cy="3409351"/>
            </a:xfrm>
          </p:grpSpPr>
          <p:pic>
            <p:nvPicPr>
              <p:cNvPr id="4" name="Google Shape;1105;p1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522346">
                <a:off x="2897204" y="448027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1106;p1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800000">
                <a:off x="2666298" y="522991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1107;p1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400000">
                <a:off x="2045984" y="401770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1108;p1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3846007">
                <a:off x="1859224" y="502398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1109;p1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369515">
                <a:off x="2209402" y="562158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1110;p1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2068454" y="342962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1111;p1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629818">
                <a:off x="1484486" y="422144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1112;p1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6294328">
                <a:off x="3091160" y="350581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1113;p1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1699663">
                <a:off x="3478897" y="514408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1114;p1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753700">
                <a:off x="1331452" y="547516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423173979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/>
          <p:cNvGrpSpPr/>
          <p:nvPr/>
        </p:nvGrpSpPr>
        <p:grpSpPr>
          <a:xfrm>
            <a:off x="5025640" y="1605197"/>
            <a:ext cx="4320000" cy="4320000"/>
            <a:chOff x="5025640" y="1605197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0EC1C99A-3D11-234D-961A-BF2007DB3845}"/>
                </a:ext>
              </a:extLst>
            </p:cNvPr>
            <p:cNvSpPr txBox="1"/>
            <p:nvPr/>
          </p:nvSpPr>
          <p:spPr>
            <a:xfrm>
              <a:off x="5025640" y="1605197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1115;p14"/>
            <p:cNvGrpSpPr/>
            <p:nvPr/>
          </p:nvGrpSpPr>
          <p:grpSpPr>
            <a:xfrm>
              <a:off x="5540652" y="2311417"/>
              <a:ext cx="3289975" cy="2625988"/>
              <a:chOff x="5770471" y="3573938"/>
              <a:chExt cx="3289975" cy="2625988"/>
            </a:xfrm>
          </p:grpSpPr>
          <p:grpSp>
            <p:nvGrpSpPr>
              <p:cNvPr id="4" name="Google Shape;1116;p14"/>
              <p:cNvGrpSpPr/>
              <p:nvPr/>
            </p:nvGrpSpPr>
            <p:grpSpPr>
              <a:xfrm>
                <a:off x="5770471" y="3573938"/>
                <a:ext cx="2994321" cy="2579028"/>
                <a:chOff x="7378614" y="3754788"/>
                <a:chExt cx="2994321" cy="2579028"/>
              </a:xfrm>
            </p:grpSpPr>
            <p:pic>
              <p:nvPicPr>
                <p:cNvPr id="6" name="Google Shape;1120;p14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>
                  <a:off x="8508589" y="5690123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" name="Google Shape;1121;p14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3293187">
                  <a:off x="7685055" y="4782395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8" name="Google Shape;1122;p14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2996193">
                  <a:off x="9023045" y="4152941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9" name="Google Shape;1123;p14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8407211">
                  <a:off x="8894648" y="4536036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0" name="Google Shape;1124;p14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5400000">
                  <a:off x="9331089" y="5229265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1" name="Google Shape;1125;p14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3041891">
                  <a:off x="8230678" y="4190035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2" name="Google Shape;1126;p14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8497444">
                  <a:off x="7378614" y="3926417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3" name="Google Shape;1127;p14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6774683">
                  <a:off x="7172121" y="5172140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4" name="Google Shape;1128;p14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9561840">
                  <a:off x="7542688" y="5631726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5" name="Google Shape;1129;p14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8142402">
                <a:off x="7620446" y="555623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149203228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F363B531-60E2-7F4A-9CB1-CD878CCDDA7C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602758" y="1888630"/>
              <a:ext cx="3754483" cy="3422739"/>
              <a:chOff x="0" y="61130"/>
              <a:chExt cx="3754483" cy="3422739"/>
            </a:xfrm>
          </p:grpSpPr>
          <p:pic>
            <p:nvPicPr>
              <p:cNvPr id="4" name="Google Shape;1139;p1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317920">
                <a:off x="2290271" y="58412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1146;p1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6200000">
                <a:off x="1443308" y="45928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6" name="群組 5"/>
              <p:cNvGrpSpPr/>
              <p:nvPr/>
            </p:nvGrpSpPr>
            <p:grpSpPr>
              <a:xfrm>
                <a:off x="0" y="633736"/>
                <a:ext cx="3754483" cy="2850133"/>
                <a:chOff x="0" y="633736"/>
                <a:chExt cx="3754483" cy="2850133"/>
              </a:xfrm>
            </p:grpSpPr>
            <p:pic>
              <p:nvPicPr>
                <p:cNvPr id="7" name="Google Shape;1140;p15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20106906">
                  <a:off x="588542" y="633736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8" name="群組 7"/>
                <p:cNvGrpSpPr/>
                <p:nvPr/>
              </p:nvGrpSpPr>
              <p:grpSpPr>
                <a:xfrm>
                  <a:off x="564099" y="1254181"/>
                  <a:ext cx="3190384" cy="2229688"/>
                  <a:chOff x="564099" y="1254181"/>
                  <a:chExt cx="3190384" cy="2229688"/>
                </a:xfrm>
              </p:grpSpPr>
              <p:pic>
                <p:nvPicPr>
                  <p:cNvPr id="11" name="Google Shape;1138;p15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l="66158" t="65100" r="3729" b="9193"/>
                  <a:stretch/>
                </p:blipFill>
                <p:spPr>
                  <a:xfrm rot="8307031">
                    <a:off x="564099" y="1722925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2" name="Google Shape;1141;p15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l="66158" t="65100" r="3729" b="9193"/>
                  <a:stretch/>
                </p:blipFill>
                <p:spPr>
                  <a:xfrm>
                    <a:off x="1894568" y="1254181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3" name="Google Shape;1142;p15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l="66158" t="65100" r="3729" b="9193"/>
                  <a:stretch/>
                </p:blipFill>
                <p:spPr>
                  <a:xfrm rot="16200000">
                    <a:off x="767505" y="2442022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4" name="Google Shape;1143;p15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l="66158" t="65100" r="3729" b="9193"/>
                  <a:stretch/>
                </p:blipFill>
                <p:spPr>
                  <a:xfrm rot="10800000">
                    <a:off x="1410562" y="2111503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5" name="Google Shape;1144;p15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l="66158" t="65100" r="3729" b="9193"/>
                  <a:stretch/>
                </p:blipFill>
                <p:spPr>
                  <a:xfrm rot="833511">
                    <a:off x="2314483" y="1815561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pic>
              <p:nvPicPr>
                <p:cNvPr id="9" name="Google Shape;1145;p15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2221522">
                  <a:off x="2092960" y="2592848"/>
                  <a:ext cx="1454361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0" name="Google Shape;1147;p15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1133895" flipH="1">
                  <a:off x="0" y="1392184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176736293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5C8F2DF-C69D-F944-A948-C6795CCD3D10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1148;p15"/>
            <p:cNvGrpSpPr/>
            <p:nvPr/>
          </p:nvGrpSpPr>
          <p:grpSpPr>
            <a:xfrm>
              <a:off x="4892744" y="1962007"/>
              <a:ext cx="3174512" cy="3275986"/>
              <a:chOff x="4144354" y="95910"/>
              <a:chExt cx="3174512" cy="3275986"/>
            </a:xfrm>
          </p:grpSpPr>
          <p:pic>
            <p:nvPicPr>
              <p:cNvPr id="4" name="Google Shape;1152;p1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9436325">
                <a:off x="5878866" y="250997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1153;p1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800000">
                <a:off x="5251083" y="223292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1154;p1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3267501">
                <a:off x="5430957" y="49406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1155;p1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400000">
                <a:off x="5883152" y="163642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1156;p1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831962">
                <a:off x="4253673" y="84166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1157;p1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926863">
                <a:off x="4444440" y="202344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1158;p1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6967760">
                <a:off x="5037389" y="93757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1159;p1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8474228">
                <a:off x="4144354" y="130189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1160;p1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4584451" y="272820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1161;p1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800000">
                <a:off x="5875493" y="89815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363301066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3888288" y="1284977"/>
            <a:ext cx="4320000" cy="4320000"/>
            <a:chOff x="3888288" y="1284977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0E3C9DC-8E3E-8843-9013-22F3815788B4}"/>
                </a:ext>
              </a:extLst>
            </p:cNvPr>
            <p:cNvSpPr txBox="1"/>
            <p:nvPr/>
          </p:nvSpPr>
          <p:spPr>
            <a:xfrm>
              <a:off x="3888288" y="1284977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1162;p15"/>
            <p:cNvGrpSpPr/>
            <p:nvPr/>
          </p:nvGrpSpPr>
          <p:grpSpPr>
            <a:xfrm>
              <a:off x="4376317" y="1819791"/>
              <a:ext cx="3399140" cy="3250372"/>
              <a:chOff x="7664939" y="928589"/>
              <a:chExt cx="3399140" cy="3250372"/>
            </a:xfrm>
          </p:grpSpPr>
          <p:pic>
            <p:nvPicPr>
              <p:cNvPr id="4" name="Google Shape;1166;p1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9559017" y="230141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1167;p1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7664939" y="285394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1168;p1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855366">
                <a:off x="7937672" y="234958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1169;p1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973070">
                <a:off x="8229508" y="112844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1170;p1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3231270">
                <a:off x="8255240" y="313711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1171;p1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800000">
                <a:off x="9022652" y="153655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1172;p1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800000">
                <a:off x="8795067" y="304277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1173;p1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671394">
                <a:off x="9624079" y="128485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1174;p1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3268972">
                <a:off x="9716060" y="297644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1175;p1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400000">
                <a:off x="7673052" y="132674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341809107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9C0FA07-7BD0-6043-B625-E28D8E18521F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817152" y="1981837"/>
              <a:ext cx="3325695" cy="3236325"/>
              <a:chOff x="1832844" y="3315934"/>
              <a:chExt cx="3325695" cy="3236325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2263084" y="3315934"/>
                <a:ext cx="2118962" cy="1529591"/>
                <a:chOff x="2263084" y="3315934"/>
                <a:chExt cx="2118962" cy="1529591"/>
              </a:xfrm>
            </p:grpSpPr>
            <p:pic>
              <p:nvPicPr>
                <p:cNvPr id="13" name="Google Shape;1185;p15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14020511">
                  <a:off x="1864931" y="3714087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4" name="Google Shape;1186;p15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18970182">
                  <a:off x="2879898" y="3770300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5" name="Google Shape;1187;p15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13509476">
                  <a:off x="3340200" y="3803678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5" name="群組 4"/>
              <p:cNvGrpSpPr/>
              <p:nvPr/>
            </p:nvGrpSpPr>
            <p:grpSpPr>
              <a:xfrm>
                <a:off x="1832844" y="3917415"/>
                <a:ext cx="3325695" cy="2634844"/>
                <a:chOff x="1832844" y="3917415"/>
                <a:chExt cx="3325695" cy="2634844"/>
              </a:xfrm>
            </p:grpSpPr>
            <p:pic>
              <p:nvPicPr>
                <p:cNvPr id="6" name="Google Shape;1180;p15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8522346">
                  <a:off x="2215038" y="5369493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" name="Google Shape;1181;p15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19287686">
                  <a:off x="3046084" y="5692700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8" name="Google Shape;1182;p15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3200509">
                  <a:off x="2295024" y="4315568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9" name="Google Shape;1183;p15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5400000">
                  <a:off x="1594012" y="5510412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0" name="Google Shape;1184;p15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19230485">
                  <a:off x="3718539" y="5572935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1" name="Google Shape;1188;p15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>
                  <a:off x="1832844" y="4705446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2" name="Google Shape;1189;p15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>
                  <a:off x="3306467" y="4795096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1033068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0A588338-63CD-2049-81B0-98F05DE3F510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1190;p15"/>
            <p:cNvGrpSpPr/>
            <p:nvPr/>
          </p:nvGrpSpPr>
          <p:grpSpPr>
            <a:xfrm>
              <a:off x="5240645" y="1817882"/>
              <a:ext cx="2911213" cy="3564236"/>
              <a:chOff x="6113283" y="3153598"/>
              <a:chExt cx="2911213" cy="3564236"/>
            </a:xfrm>
          </p:grpSpPr>
          <p:grpSp>
            <p:nvGrpSpPr>
              <p:cNvPr id="4" name="Google Shape;1191;p15"/>
              <p:cNvGrpSpPr/>
              <p:nvPr/>
            </p:nvGrpSpPr>
            <p:grpSpPr>
              <a:xfrm>
                <a:off x="6113283" y="3153598"/>
                <a:ext cx="2517827" cy="3564236"/>
                <a:chOff x="7721426" y="3334448"/>
                <a:chExt cx="2517827" cy="3564236"/>
              </a:xfrm>
            </p:grpSpPr>
            <p:pic>
              <p:nvPicPr>
                <p:cNvPr id="6" name="Google Shape;1195;p15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10800000">
                  <a:off x="7737584" y="5782002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" name="Google Shape;1196;p15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3293187">
                  <a:off x="7506211" y="4846131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8" name="Google Shape;1197;p15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5400000">
                  <a:off x="8721084" y="5856837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9" name="Google Shape;1198;p15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8407211">
                  <a:off x="8223467" y="5125564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0" name="Google Shape;1199;p15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3351226">
                  <a:off x="8617942" y="4646076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1" name="Google Shape;1200;p15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>
                  <a:off x="8230678" y="4190035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2" name="Google Shape;1201;p15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7619503">
                  <a:off x="7443989" y="3732601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3" name="Google Shape;1202;p15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2758798">
                  <a:off x="7323273" y="5682478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4" name="Google Shape;1203;p15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9561840">
                  <a:off x="8799253" y="3830112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5" name="Google Shape;1204;p15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7584496" y="499069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396668987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97D3DF1C-7CC7-FE42-B109-30B4580C3954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1209;p16"/>
            <p:cNvGrpSpPr/>
            <p:nvPr/>
          </p:nvGrpSpPr>
          <p:grpSpPr>
            <a:xfrm>
              <a:off x="5110279" y="1913994"/>
              <a:ext cx="2739441" cy="3372012"/>
              <a:chOff x="175497" y="-30421"/>
              <a:chExt cx="2739441" cy="3372012"/>
            </a:xfrm>
          </p:grpSpPr>
          <p:pic>
            <p:nvPicPr>
              <p:cNvPr id="4" name="Google Shape;1213;p1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307031">
                <a:off x="175497" y="159972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1214;p1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1206858" y="24280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1215;p1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3306233">
                <a:off x="122891" y="36773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1216;p1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7481857">
                <a:off x="-207901" y="108055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1217;p1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400000">
                <a:off x="892966" y="61775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1218;p1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9580360">
                <a:off x="1203899" y="175751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1219;p1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400000">
                <a:off x="1728650" y="148055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1220;p1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946750">
                <a:off x="30676" y="2047189"/>
                <a:ext cx="1454361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1221;p1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3084894">
                <a:off x="1873092" y="65717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1222;p1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400000" flipH="1">
                <a:off x="1597500" y="229974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228086830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B1EE081-09DA-9C4D-ADBD-7450FD9ED9BC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1223;p16"/>
            <p:cNvGrpSpPr/>
            <p:nvPr/>
          </p:nvGrpSpPr>
          <p:grpSpPr>
            <a:xfrm>
              <a:off x="4758578" y="1838604"/>
              <a:ext cx="3442843" cy="3522791"/>
              <a:chOff x="4158902" y="152054"/>
              <a:chExt cx="3442843" cy="3522791"/>
            </a:xfrm>
          </p:grpSpPr>
          <p:sp>
            <p:nvSpPr>
              <p:cNvPr id="4" name="Google Shape;1226;p16"/>
              <p:cNvSpPr txBox="1"/>
              <p:nvPr/>
            </p:nvSpPr>
            <p:spPr>
              <a:xfrm>
                <a:off x="4293600" y="1803099"/>
                <a:ext cx="3033655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" name="Google Shape;1227;p1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6161745" y="189378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1228;p1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8109759">
                <a:off x="5238673" y="227029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1229;p1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3267501">
                <a:off x="4687407" y="263299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1230;p1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400000">
                <a:off x="4958036" y="59158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1231;p1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831962">
                <a:off x="4280084" y="120104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1232;p1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926863">
                <a:off x="4444440" y="202344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1233;p1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7112067">
                <a:off x="3760749" y="244688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1234;p1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400000">
                <a:off x="5919552" y="55020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1235;p1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6092193" y="254883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" name="Google Shape;1236;p1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6915900">
                <a:off x="5668961" y="127131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242586094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6C38A1E-7682-1A42-9605-82B7FED0B9B0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1237;p16"/>
            <p:cNvGrpSpPr/>
            <p:nvPr/>
          </p:nvGrpSpPr>
          <p:grpSpPr>
            <a:xfrm>
              <a:off x="4784486" y="2429937"/>
              <a:ext cx="3391027" cy="2964107"/>
              <a:chOff x="7673052" y="1284854"/>
              <a:chExt cx="3391027" cy="2964107"/>
            </a:xfrm>
          </p:grpSpPr>
          <p:sp>
            <p:nvSpPr>
              <p:cNvPr id="4" name="Google Shape;1240;p16"/>
              <p:cNvSpPr txBox="1"/>
              <p:nvPr/>
            </p:nvSpPr>
            <p:spPr>
              <a:xfrm>
                <a:off x="7807079" y="2306483"/>
                <a:ext cx="3033655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" name="Google Shape;1241;p1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746198">
                <a:off x="8796718" y="290737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1242;p1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837102">
                <a:off x="7897587" y="265931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1243;p1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855366">
                <a:off x="7822864" y="210457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1244;p1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973070">
                <a:off x="8370465" y="141597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1245;p1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800000">
                <a:off x="8012157" y="299719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1246;p1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800000">
                <a:off x="9022652" y="153655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1247;p1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400000">
                <a:off x="9337778" y="246024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1248;p1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9624079" y="128485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1249;p1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3268972">
                <a:off x="9531858" y="320711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" name="Google Shape;1250;p1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7673052" y="132674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14705403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33453F47-7E97-B14B-B82A-D9E8BD5703D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1251;p16"/>
            <p:cNvGrpSpPr/>
            <p:nvPr/>
          </p:nvGrpSpPr>
          <p:grpSpPr>
            <a:xfrm>
              <a:off x="4896916" y="2327338"/>
              <a:ext cx="3166168" cy="2545323"/>
              <a:chOff x="1498765" y="3602100"/>
              <a:chExt cx="3166168" cy="2545323"/>
            </a:xfrm>
          </p:grpSpPr>
          <p:pic>
            <p:nvPicPr>
              <p:cNvPr id="4" name="Google Shape;1255;p1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522346">
                <a:off x="2621259" y="360210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1256;p1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312314">
                <a:off x="2797044" y="539483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1257;p1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3200509">
                <a:off x="2045984" y="401770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1258;p1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817157">
                <a:off x="3379609" y="492124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1259;p1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800000">
                <a:off x="3224933" y="540396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1260;p1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7579489">
                <a:off x="1501214" y="446788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1261;p1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629818">
                <a:off x="1498765" y="383109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1262;p1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800000">
                <a:off x="1985186" y="524057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1263;p1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1532353" y="550373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1264;p1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3057427" y="449723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379893461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6317669D-BEBC-BC44-87A5-B7CF5489902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1265;p16"/>
            <p:cNvGrpSpPr/>
            <p:nvPr/>
          </p:nvGrpSpPr>
          <p:grpSpPr>
            <a:xfrm>
              <a:off x="4698281" y="1952224"/>
              <a:ext cx="3563437" cy="3295551"/>
              <a:chOff x="5674986" y="3153598"/>
              <a:chExt cx="3563437" cy="3295551"/>
            </a:xfrm>
          </p:grpSpPr>
          <p:grpSp>
            <p:nvGrpSpPr>
              <p:cNvPr id="4" name="Google Shape;1266;p16"/>
              <p:cNvGrpSpPr/>
              <p:nvPr/>
            </p:nvGrpSpPr>
            <p:grpSpPr>
              <a:xfrm>
                <a:off x="5674986" y="3153598"/>
                <a:ext cx="3563437" cy="3295551"/>
                <a:chOff x="7283129" y="3334448"/>
                <a:chExt cx="3563437" cy="3295551"/>
              </a:xfrm>
            </p:grpSpPr>
            <p:pic>
              <p:nvPicPr>
                <p:cNvPr id="6" name="Google Shape;1270;p16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10800000">
                  <a:off x="7737584" y="5782002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" name="Google Shape;1271;p16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5400000">
                  <a:off x="7506211" y="4846131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8" name="Google Shape;1272;p16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2276657">
                  <a:off x="8552781" y="5986306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9" name="Google Shape;1273;p16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8407211">
                  <a:off x="7283129" y="5445370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0" name="Google Shape;1274;p16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8596183">
                  <a:off x="9158998" y="5532665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1" name="Google Shape;1275;p16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>
                  <a:off x="9406566" y="4497997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2" name="Google Shape;1276;p16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7619503">
                  <a:off x="7443989" y="3732601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3" name="Google Shape;1277;p16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2758798">
                  <a:off x="7876072" y="4395433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4" name="Google Shape;1278;p16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9561840">
                  <a:off x="8799253" y="3830112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5" name="Google Shape;1279;p16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7212213" y="510846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231231150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C3E0E41-6D16-2545-B0BC-AFB1F4FBD9E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1284;p17"/>
            <p:cNvGrpSpPr/>
            <p:nvPr/>
          </p:nvGrpSpPr>
          <p:grpSpPr>
            <a:xfrm>
              <a:off x="4944212" y="2093632"/>
              <a:ext cx="3071575" cy="3012735"/>
              <a:chOff x="-28976" y="340038"/>
              <a:chExt cx="3071575" cy="3012735"/>
            </a:xfrm>
          </p:grpSpPr>
          <p:pic>
            <p:nvPicPr>
              <p:cNvPr id="4" name="Google Shape;1288;p1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307031">
                <a:off x="175497" y="159972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1289;p1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-28976" y="116749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1290;p1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140330">
                <a:off x="318080" y="34003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1291;p1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7484686">
                <a:off x="-207316" y="213700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1292;p1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3022073">
                <a:off x="725332" y="90180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1293;p1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9580360">
                <a:off x="1203899" y="175751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1294;p1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400000">
                <a:off x="1728858" y="122326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1295;p1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400000">
                <a:off x="829330" y="2303746"/>
                <a:ext cx="1454361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1296;p1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1602599" y="42610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1297;p1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400000" flipH="1">
                <a:off x="1597500" y="229974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26033896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/>
          <p:cNvGrpSpPr/>
          <p:nvPr/>
        </p:nvGrpSpPr>
        <p:grpSpPr>
          <a:xfrm>
            <a:off x="3936000" y="1441711"/>
            <a:ext cx="4320000" cy="4320000"/>
            <a:chOff x="3936000" y="1441711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CB5F5F62-4E13-2C47-8FC8-9AB331F7FE5E}"/>
                </a:ext>
              </a:extLst>
            </p:cNvPr>
            <p:cNvSpPr txBox="1"/>
            <p:nvPr/>
          </p:nvSpPr>
          <p:spPr>
            <a:xfrm>
              <a:off x="3936000" y="1441711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1298;p17"/>
            <p:cNvGrpSpPr/>
            <p:nvPr/>
          </p:nvGrpSpPr>
          <p:grpSpPr>
            <a:xfrm>
              <a:off x="4567667" y="2126426"/>
              <a:ext cx="3477290" cy="2963050"/>
              <a:chOff x="4262868" y="591589"/>
              <a:chExt cx="3477290" cy="2963050"/>
            </a:xfrm>
          </p:grpSpPr>
          <p:pic>
            <p:nvPicPr>
              <p:cNvPr id="4" name="Google Shape;1302;p1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400000">
                <a:off x="6006787" y="162338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1303;p1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8109759">
                <a:off x="5238673" y="227029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1304;p1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4687407" y="263299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1305;p1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8123837">
                <a:off x="4958036" y="59158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1306;p1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831962">
                <a:off x="4280084" y="120104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1307;p1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6954889">
                <a:off x="5911537" y="251279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1308;p1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400000">
                <a:off x="4289049" y="193842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1309;p1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7092274">
                <a:off x="5532580" y="106260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1310;p1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6300158" y="90029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1311;p1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6915900">
                <a:off x="3864715" y="236728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163058057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246848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B610D5C5-A1CF-934F-A7FC-E19FE8B0DCE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1312;p17"/>
            <p:cNvGrpSpPr/>
            <p:nvPr/>
          </p:nvGrpSpPr>
          <p:grpSpPr>
            <a:xfrm>
              <a:off x="4849925" y="1742379"/>
              <a:ext cx="3260150" cy="3572565"/>
              <a:chOff x="7806184" y="618676"/>
              <a:chExt cx="3260150" cy="3572565"/>
            </a:xfrm>
          </p:grpSpPr>
          <p:pic>
            <p:nvPicPr>
              <p:cNvPr id="4" name="Google Shape;1316;p1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746198">
                <a:off x="8460748" y="314939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1317;p1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400000">
                <a:off x="9200322" y="165955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1318;p1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6805354">
                <a:off x="7527333" y="156509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1319;p1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400000">
                <a:off x="8676113" y="101682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1320;p1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800000">
                <a:off x="7806184" y="219729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1321;p1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6999216">
                <a:off x="9454807" y="129135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1322;p1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9626334" y="262711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1323;p1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8479427" y="151366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1324;p1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3268972">
                <a:off x="7727902" y="300119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1325;p1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9594273" y="327599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239984397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3916177" y="1503469"/>
            <a:ext cx="4320000" cy="4320000"/>
            <a:chOff x="3916177" y="1503469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558F87A-ADD4-DD43-9BFE-DD4CAC443B6B}"/>
                </a:ext>
              </a:extLst>
            </p:cNvPr>
            <p:cNvSpPr txBox="1"/>
            <p:nvPr/>
          </p:nvSpPr>
          <p:spPr>
            <a:xfrm>
              <a:off x="3916177" y="1503469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1326;p17"/>
            <p:cNvGrpSpPr/>
            <p:nvPr/>
          </p:nvGrpSpPr>
          <p:grpSpPr>
            <a:xfrm>
              <a:off x="4328098" y="2095293"/>
              <a:ext cx="3496157" cy="3136352"/>
              <a:chOff x="1225857" y="3422868"/>
              <a:chExt cx="3496157" cy="3136352"/>
            </a:xfrm>
          </p:grpSpPr>
          <p:pic>
            <p:nvPicPr>
              <p:cNvPr id="4" name="Google Shape;1330;p1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3155899">
                <a:off x="2208496" y="382102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1331;p1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312314">
                <a:off x="2138017" y="504632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1332;p1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8569184">
                <a:off x="3282014" y="360615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1333;p1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817157">
                <a:off x="3379609" y="492124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1334;p1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400000">
                <a:off x="1535195" y="532493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1335;p1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802364">
                <a:off x="3447704" y="551737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1336;p1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629818">
                <a:off x="1498765" y="383109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1337;p1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121356">
                <a:off x="1225857" y="446882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1338;p1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2821029" y="443349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1339;p1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800000">
                <a:off x="2461643" y="542481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118566231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3E74B14-F396-3448-919E-A69040D1B7B3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1340;p17"/>
            <p:cNvGrpSpPr/>
            <p:nvPr/>
          </p:nvGrpSpPr>
          <p:grpSpPr>
            <a:xfrm>
              <a:off x="4959925" y="1942340"/>
              <a:ext cx="2964528" cy="3315320"/>
              <a:chOff x="5898068" y="3163282"/>
              <a:chExt cx="2964528" cy="3315320"/>
            </a:xfrm>
          </p:grpSpPr>
          <p:grpSp>
            <p:nvGrpSpPr>
              <p:cNvPr id="4" name="Google Shape;1341;p17"/>
              <p:cNvGrpSpPr/>
              <p:nvPr/>
            </p:nvGrpSpPr>
            <p:grpSpPr>
              <a:xfrm>
                <a:off x="5898068" y="3163282"/>
                <a:ext cx="2964528" cy="3315320"/>
                <a:chOff x="7506211" y="3344132"/>
                <a:chExt cx="2964528" cy="3315320"/>
              </a:xfrm>
            </p:grpSpPr>
            <p:pic>
              <p:nvPicPr>
                <p:cNvPr id="6" name="Google Shape;1345;p17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7409686">
                  <a:off x="7402920" y="5617605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" name="Google Shape;1346;p17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8421352">
                  <a:off x="7506211" y="4846131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8" name="Google Shape;1347;p17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10800000">
                  <a:off x="8129272" y="5753688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9" name="Google Shape;1348;p17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7616309">
                  <a:off x="9258830" y="5614388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0" name="Google Shape;1349;p17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8596183">
                  <a:off x="9030739" y="4514614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1" name="Google Shape;1350;p17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2917895">
                  <a:off x="8253586" y="3904101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2" name="Google Shape;1351;p17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7619503">
                  <a:off x="7342347" y="3742285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3" name="Google Shape;1352;p17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2758798">
                  <a:off x="7876072" y="4395433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4" name="Google Shape;1353;p17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10800000">
                  <a:off x="9030739" y="3906581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5" name="Google Shape;1354;p17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7212213" y="510846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65356646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425B9BA7-2A96-A449-95A0-D30C380797C1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1359;p18"/>
            <p:cNvGrpSpPr/>
            <p:nvPr/>
          </p:nvGrpSpPr>
          <p:grpSpPr>
            <a:xfrm>
              <a:off x="4785003" y="1893059"/>
              <a:ext cx="3389993" cy="3413882"/>
              <a:chOff x="-133318" y="-14028"/>
              <a:chExt cx="3389993" cy="3413882"/>
            </a:xfrm>
          </p:grpSpPr>
          <p:pic>
            <p:nvPicPr>
              <p:cNvPr id="4" name="Google Shape;1363;p1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307031">
                <a:off x="-133318" y="214150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1364;p1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-28976" y="116749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1365;p1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691824" y="86864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1366;p1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7484686">
                <a:off x="1027887" y="41159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1367;p1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800000">
                <a:off x="1816675" y="132677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1368;p1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309908">
                <a:off x="1358465" y="200080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1369;p1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400000">
                <a:off x="1123107" y="235800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1370;p1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601227" y="1877457"/>
                <a:ext cx="1454361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1371;p1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3212808">
                <a:off x="1873555" y="73450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1372;p1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400000" flipH="1">
                <a:off x="40881" y="38412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182646901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139690" y="1462710"/>
            <a:ext cx="4320000" cy="4320000"/>
            <a:chOff x="4139690" y="146271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B2FBDEA9-67EA-D941-8EBC-A0AE7D585C68}"/>
                </a:ext>
              </a:extLst>
            </p:cNvPr>
            <p:cNvSpPr txBox="1"/>
            <p:nvPr/>
          </p:nvSpPr>
          <p:spPr>
            <a:xfrm>
              <a:off x="4139690" y="146271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1373;p18"/>
            <p:cNvGrpSpPr/>
            <p:nvPr/>
          </p:nvGrpSpPr>
          <p:grpSpPr>
            <a:xfrm>
              <a:off x="4865325" y="1745266"/>
              <a:ext cx="3247754" cy="3763386"/>
              <a:chOff x="4340506" y="180296"/>
              <a:chExt cx="3247754" cy="3763386"/>
            </a:xfrm>
          </p:grpSpPr>
          <p:pic>
            <p:nvPicPr>
              <p:cNvPr id="4" name="Google Shape;1377;p1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400000">
                <a:off x="4051224" y="57844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1378;p1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400000">
                <a:off x="5238673" y="227029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1379;p1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761167">
                <a:off x="5727976" y="102126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1380;p1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800000">
                <a:off x="4340506" y="243495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1381;p1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831962">
                <a:off x="5014512" y="290183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1382;p1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400000">
                <a:off x="4353620" y="132497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1383;p1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400000">
                <a:off x="4004126" y="206359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1384;p1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7092274">
                <a:off x="5687993" y="160318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1385;p1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6148260" y="252320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1386;p1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5060506" y="82892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164624789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756D952B-BBB9-E24D-B5A8-66CD2238DA1C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1387;p18"/>
            <p:cNvGrpSpPr/>
            <p:nvPr/>
          </p:nvGrpSpPr>
          <p:grpSpPr>
            <a:xfrm>
              <a:off x="4868371" y="1894445"/>
              <a:ext cx="2795640" cy="3411109"/>
              <a:chOff x="7806184" y="780132"/>
              <a:chExt cx="2795640" cy="3411109"/>
            </a:xfrm>
          </p:grpSpPr>
          <p:pic>
            <p:nvPicPr>
              <p:cNvPr id="4" name="Google Shape;1391;p1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746198">
                <a:off x="8460748" y="314939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1392;p1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400000">
                <a:off x="9251543" y="154135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1393;p1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7810261" y="152483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1394;p1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400000">
                <a:off x="8240088" y="171169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1395;p1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108951">
                <a:off x="7806184" y="219729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1396;p1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4168787">
                <a:off x="9559978" y="133073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1397;p1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938012">
                <a:off x="9263987" y="252738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1398;p1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894522">
                <a:off x="8530260" y="117828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1399;p1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7855139">
                <a:off x="9513519" y="301545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1400;p1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7810260" y="312111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427631552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68FF2AB-C55B-B74D-B075-5AA9600BC09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1401;p18"/>
            <p:cNvGrpSpPr/>
            <p:nvPr/>
          </p:nvGrpSpPr>
          <p:grpSpPr>
            <a:xfrm>
              <a:off x="4981539" y="2096660"/>
              <a:ext cx="2996922" cy="3000434"/>
              <a:chOff x="1599697" y="3443851"/>
              <a:chExt cx="2996922" cy="3000434"/>
            </a:xfrm>
          </p:grpSpPr>
          <p:pic>
            <p:nvPicPr>
              <p:cNvPr id="4" name="Google Shape;1405;p1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3155899">
                <a:off x="2360711" y="384457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1406;p1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312314">
                <a:off x="2138017" y="504632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1407;p1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400000">
                <a:off x="3051451" y="452716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1408;p1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817157">
                <a:off x="1435068" y="384200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1409;p1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7368232">
                <a:off x="1535195" y="532493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1410;p1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802364">
                <a:off x="2790976" y="540243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1411;p1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2054003" y="348309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1412;p1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800000">
                <a:off x="1599697" y="428868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1413;p1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297383">
                <a:off x="3156619" y="520004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1414;p1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800000">
                <a:off x="3050896" y="384907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297704484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/>
          <p:cNvGrpSpPr/>
          <p:nvPr/>
        </p:nvGrpSpPr>
        <p:grpSpPr>
          <a:xfrm>
            <a:off x="4320000" y="1388093"/>
            <a:ext cx="4320000" cy="4320000"/>
            <a:chOff x="4320000" y="1388093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F9CCC6F-F275-2D49-B845-93FBB8A72778}"/>
                </a:ext>
              </a:extLst>
            </p:cNvPr>
            <p:cNvSpPr txBox="1"/>
            <p:nvPr/>
          </p:nvSpPr>
          <p:spPr>
            <a:xfrm>
              <a:off x="4320000" y="1388093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1415;p18"/>
            <p:cNvGrpSpPr/>
            <p:nvPr/>
          </p:nvGrpSpPr>
          <p:grpSpPr>
            <a:xfrm>
              <a:off x="5090089" y="1888337"/>
              <a:ext cx="2779822" cy="3320137"/>
              <a:chOff x="6082774" y="3327578"/>
              <a:chExt cx="2779822" cy="3320137"/>
            </a:xfrm>
          </p:grpSpPr>
          <p:grpSp>
            <p:nvGrpSpPr>
              <p:cNvPr id="4" name="Google Shape;1416;p18"/>
              <p:cNvGrpSpPr/>
              <p:nvPr/>
            </p:nvGrpSpPr>
            <p:grpSpPr>
              <a:xfrm>
                <a:off x="6082774" y="3327578"/>
                <a:ext cx="2779822" cy="3320137"/>
                <a:chOff x="7690917" y="3508428"/>
                <a:chExt cx="2779822" cy="3320137"/>
              </a:xfrm>
            </p:grpSpPr>
            <p:pic>
              <p:nvPicPr>
                <p:cNvPr id="6" name="Google Shape;1420;p18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5400000">
                  <a:off x="7292764" y="5231020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" name="Google Shape;1421;p18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7764554">
                  <a:off x="7490949" y="4794744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8" name="Google Shape;1422;p18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>
                  <a:off x="8209048" y="5782451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9" name="Google Shape;1423;p18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10800000">
                  <a:off x="8466333" y="3915850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0" name="Google Shape;1424;p18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10800000">
                  <a:off x="9030739" y="4514614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1" name="Google Shape;1425;p18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2917895">
                  <a:off x="7379160" y="3953061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2" name="Google Shape;1426;p18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7619503">
                  <a:off x="8935690" y="5786718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3" name="Google Shape;1427;p18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5400000">
                  <a:off x="7876072" y="4395433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4" name="Google Shape;1428;p18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7561600">
                  <a:off x="9030739" y="3906581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5" name="Google Shape;1429;p18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7212213" y="510846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112136851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C4AEC8B-789F-3E4C-B26E-269D6C5DDB1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1434;p19"/>
            <p:cNvGrpSpPr/>
            <p:nvPr/>
          </p:nvGrpSpPr>
          <p:grpSpPr>
            <a:xfrm>
              <a:off x="5061901" y="1981467"/>
              <a:ext cx="2836197" cy="3237065"/>
              <a:chOff x="246032" y="-53717"/>
              <a:chExt cx="2836197" cy="3237065"/>
            </a:xfrm>
          </p:grpSpPr>
          <p:pic>
            <p:nvPicPr>
              <p:cNvPr id="4" name="Google Shape;1438;p1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7518622">
                <a:off x="-133318" y="214150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1439;p1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2488556">
                <a:off x="268243" y="138498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1440;p1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691824" y="86864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1441;p1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400000">
                <a:off x="1027887" y="41159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1442;p1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800000">
                <a:off x="1611162" y="30892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1443;p1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309908">
                <a:off x="1358465" y="200080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1444;p1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8557998">
                <a:off x="1627736" y="216585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1445;p1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729905" y="2429525"/>
                <a:ext cx="1454361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1446;p1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1642229" y="104418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1447;p1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3753457" flipH="1">
                <a:off x="-152121" y="34443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312769901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25E376F4-4B6B-1243-BD63-DF7BC59743D5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1448;p19"/>
            <p:cNvGrpSpPr/>
            <p:nvPr/>
          </p:nvGrpSpPr>
          <p:grpSpPr>
            <a:xfrm>
              <a:off x="4933240" y="1817428"/>
              <a:ext cx="3287619" cy="3206304"/>
              <a:chOff x="4300641" y="273821"/>
              <a:chExt cx="3287619" cy="3206305"/>
            </a:xfrm>
          </p:grpSpPr>
          <p:pic>
            <p:nvPicPr>
              <p:cNvPr id="4" name="Google Shape;1452;p1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400000">
                <a:off x="4115956" y="186572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1453;p1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840925">
                <a:off x="5496194" y="233467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1454;p1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761167">
                <a:off x="5804975" y="79003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1455;p1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800000">
                <a:off x="4300641" y="273244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1456;p1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400000">
                <a:off x="4656347" y="243827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1457;p1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7692240">
                <a:off x="4353620" y="132497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1458;p1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400000">
                <a:off x="5151167" y="130387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1459;p1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463239">
                <a:off x="5842356" y="165491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1460;p1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6148260" y="252320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1461;p1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400000">
                <a:off x="4481557" y="67197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344663666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9EEAAE4E-7756-CE49-AE89-45313EBF8AD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1462;p19"/>
            <p:cNvGrpSpPr/>
            <p:nvPr/>
          </p:nvGrpSpPr>
          <p:grpSpPr>
            <a:xfrm>
              <a:off x="4824843" y="2054769"/>
              <a:ext cx="3310314" cy="3335076"/>
              <a:chOff x="7806184" y="932577"/>
              <a:chExt cx="3310314" cy="3335076"/>
            </a:xfrm>
          </p:grpSpPr>
          <p:sp>
            <p:nvSpPr>
              <p:cNvPr id="4" name="Google Shape;1465;p19"/>
              <p:cNvSpPr txBox="1"/>
              <p:nvPr/>
            </p:nvSpPr>
            <p:spPr>
              <a:xfrm>
                <a:off x="7807079" y="2306483"/>
                <a:ext cx="3033655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" name="Google Shape;1466;p1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746198">
                <a:off x="9014616" y="322580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1467;p1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8156716">
                <a:off x="9676498" y="200690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1468;p1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400000">
                <a:off x="7810261" y="152483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1469;p1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400000">
                <a:off x="8962228" y="172534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1470;p1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108951">
                <a:off x="7806184" y="219729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1471;p1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4168787">
                <a:off x="9559978" y="133073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1472;p1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938012">
                <a:off x="9124845" y="269190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1473;p1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8530260" y="117828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1474;p1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400000">
                <a:off x="7544913" y="246224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" name="Google Shape;1475;p1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8312257" y="324667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227947318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0506AEF6-0CF5-9C45-85A3-C8B2261887A7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957286" y="1855411"/>
              <a:ext cx="3045428" cy="3493656"/>
              <a:chOff x="1788553" y="3302371"/>
              <a:chExt cx="3045428" cy="3493656"/>
            </a:xfrm>
          </p:grpSpPr>
          <p:pic>
            <p:nvPicPr>
              <p:cNvPr id="4" name="Google Shape;1480;p1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7214795">
                <a:off x="2335523" y="419683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5" name="群組 4"/>
              <p:cNvGrpSpPr/>
              <p:nvPr/>
            </p:nvGrpSpPr>
            <p:grpSpPr>
              <a:xfrm>
                <a:off x="1788553" y="3302371"/>
                <a:ext cx="3045428" cy="3493656"/>
                <a:chOff x="1788553" y="3302371"/>
                <a:chExt cx="3045428" cy="3493656"/>
              </a:xfrm>
            </p:grpSpPr>
            <p:pic>
              <p:nvPicPr>
                <p:cNvPr id="6" name="Google Shape;1482;p19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5400000">
                  <a:off x="2781493" y="4003523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" name="Google Shape;1483;p19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2817157">
                  <a:off x="1680086" y="4029385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8" name="群組 7"/>
                <p:cNvGrpSpPr/>
                <p:nvPr/>
              </p:nvGrpSpPr>
              <p:grpSpPr>
                <a:xfrm>
                  <a:off x="1788553" y="4811317"/>
                  <a:ext cx="3045428" cy="1984710"/>
                  <a:chOff x="1788553" y="4811317"/>
                  <a:chExt cx="3045428" cy="1984710"/>
                </a:xfrm>
              </p:grpSpPr>
              <p:pic>
                <p:nvPicPr>
                  <p:cNvPr id="10" name="Google Shape;1481;p19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l="66158" t="65100" r="3729" b="9193"/>
                  <a:stretch/>
                </p:blipFill>
                <p:spPr>
                  <a:xfrm rot="19287686">
                    <a:off x="1788553" y="5617526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1" name="Google Shape;1484;p19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l="66158" t="65100" r="3729" b="9193"/>
                  <a:stretch/>
                </p:blipFill>
                <p:spPr>
                  <a:xfrm rot="16200000">
                    <a:off x="2515071" y="5754180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2" name="Google Shape;1485;p19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l="66158" t="65100" r="3729" b="9193"/>
                  <a:stretch/>
                </p:blipFill>
                <p:spPr>
                  <a:xfrm rot="7980466">
                    <a:off x="3498761" y="5500810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3" name="Google Shape;1486;p19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l="66158" t="65100" r="3729" b="9193"/>
                  <a:stretch/>
                </p:blipFill>
                <p:spPr>
                  <a:xfrm>
                    <a:off x="3393981" y="4843779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4" name="Google Shape;1487;p19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l="66158" t="65100" r="3729" b="9193"/>
                  <a:stretch/>
                </p:blipFill>
                <p:spPr>
                  <a:xfrm>
                    <a:off x="1870782" y="4811317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5" name="Google Shape;1488;p19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l="66158" t="65100" r="3729" b="9193"/>
                  <a:stretch/>
                </p:blipFill>
                <p:spPr>
                  <a:xfrm rot="5400000">
                    <a:off x="2629734" y="5423699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pic>
              <p:nvPicPr>
                <p:cNvPr id="9" name="Google Shape;1489;p19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13536590">
                  <a:off x="3505008" y="3700524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78740503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群組 28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74591FD-39DE-014D-8DED-A3E70968C053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1490;p19"/>
            <p:cNvGrpSpPr/>
            <p:nvPr/>
          </p:nvGrpSpPr>
          <p:grpSpPr>
            <a:xfrm>
              <a:off x="4796782" y="1871741"/>
              <a:ext cx="3366435" cy="3456518"/>
              <a:chOff x="5691418" y="3419119"/>
              <a:chExt cx="3366435" cy="3456518"/>
            </a:xfrm>
          </p:grpSpPr>
          <p:grpSp>
            <p:nvGrpSpPr>
              <p:cNvPr id="4" name="Google Shape;1491;p19"/>
              <p:cNvGrpSpPr/>
              <p:nvPr/>
            </p:nvGrpSpPr>
            <p:grpSpPr>
              <a:xfrm>
                <a:off x="5840430" y="3419119"/>
                <a:ext cx="3217423" cy="3456518"/>
                <a:chOff x="7448573" y="3599969"/>
                <a:chExt cx="3217423" cy="3456518"/>
              </a:xfrm>
            </p:grpSpPr>
            <p:sp>
              <p:nvSpPr>
                <p:cNvPr id="6" name="Google Shape;1494;p19"/>
                <p:cNvSpPr txBox="1"/>
                <p:nvPr/>
              </p:nvSpPr>
              <p:spPr>
                <a:xfrm>
                  <a:off x="7448573" y="4967923"/>
                  <a:ext cx="3033655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 b="1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id="7" name="Google Shape;1495;p19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5400000">
                  <a:off x="7292764" y="5231020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8" name="Google Shape;1496;p19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7764554">
                  <a:off x="7490949" y="4794744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9" name="Google Shape;1497;p19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>
                  <a:off x="7862049" y="5885215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0" name="Google Shape;1498;p19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10800000">
                  <a:off x="8466333" y="3915850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1" name="Google Shape;1499;p19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5400000">
                  <a:off x="9262318" y="4286648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2" name="Google Shape;1500;p19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5624525">
                  <a:off x="8820354" y="6014640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3" name="Google Shape;1501;p19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8276665">
                  <a:off x="9225996" y="4907663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4" name="Google Shape;1502;p19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2968751">
                  <a:off x="8636732" y="5451701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5" name="Google Shape;1503;p19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7561600">
                  <a:off x="7821061" y="3998122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5" name="Google Shape;1504;p19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208769">
                <a:off x="5691418" y="391260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13264597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7824BD45-64C1-C742-A269-2C7DA895AE27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1509;p20"/>
            <p:cNvGrpSpPr/>
            <p:nvPr/>
          </p:nvGrpSpPr>
          <p:grpSpPr>
            <a:xfrm>
              <a:off x="4838239" y="2033711"/>
              <a:ext cx="3283521" cy="3138439"/>
              <a:chOff x="4518" y="285931"/>
              <a:chExt cx="3283521" cy="3138439"/>
            </a:xfrm>
          </p:grpSpPr>
          <p:pic>
            <p:nvPicPr>
              <p:cNvPr id="4" name="Google Shape;1513;p2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800000">
                <a:off x="536345" y="197407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1514;p2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7835026">
                <a:off x="1478222" y="108327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1515;p2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738250">
                <a:off x="691824" y="86864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1516;p2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400000">
                <a:off x="1478391" y="238252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1517;p2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800000">
                <a:off x="1404324" y="176588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1518;p2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309908">
                <a:off x="4518" y="240244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1519;p2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8557998">
                <a:off x="1848039" y="28593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1520;p2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1222748" y="380567"/>
                <a:ext cx="1454361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1521;p2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406657" y="153582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1522;p2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800000" flipH="1">
                <a:off x="66538" y="50960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260766014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0661BBC5-DA7B-594F-AA9C-FC3A80B5F27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506364" y="2004776"/>
              <a:ext cx="3474533" cy="3551426"/>
              <a:chOff x="3472824" y="104176"/>
              <a:chExt cx="3474533" cy="3551426"/>
            </a:xfrm>
          </p:grpSpPr>
          <p:pic>
            <p:nvPicPr>
              <p:cNvPr id="4" name="Google Shape;1531;p2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3390069">
                <a:off x="4797620" y="261375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5" name="群組 4"/>
              <p:cNvGrpSpPr/>
              <p:nvPr/>
            </p:nvGrpSpPr>
            <p:grpSpPr>
              <a:xfrm>
                <a:off x="3472824" y="104176"/>
                <a:ext cx="3474533" cy="3007357"/>
                <a:chOff x="3472824" y="104176"/>
                <a:chExt cx="3474533" cy="3007357"/>
              </a:xfrm>
            </p:grpSpPr>
            <p:pic>
              <p:nvPicPr>
                <p:cNvPr id="6" name="Google Shape;1527;p20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3459455">
                  <a:off x="4243923" y="2069686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" name="Google Shape;1530;p20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10800000">
                  <a:off x="3472824" y="1661735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8" name="群組 7"/>
                <p:cNvGrpSpPr/>
                <p:nvPr/>
              </p:nvGrpSpPr>
              <p:grpSpPr>
                <a:xfrm>
                  <a:off x="4454155" y="504691"/>
                  <a:ext cx="2493202" cy="2329508"/>
                  <a:chOff x="4454155" y="504691"/>
                  <a:chExt cx="2493202" cy="2329508"/>
                </a:xfrm>
              </p:grpSpPr>
              <p:pic>
                <p:nvPicPr>
                  <p:cNvPr id="11" name="Google Shape;1528;p20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l="66158" t="65100" r="3729" b="9193"/>
                  <a:stretch/>
                </p:blipFill>
                <p:spPr>
                  <a:xfrm rot="14831844">
                    <a:off x="5173117" y="1792352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2" name="Google Shape;1529;p20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l="66158" t="65100" r="3729" b="9193"/>
                  <a:stretch/>
                </p:blipFill>
                <p:spPr>
                  <a:xfrm rot="10800000">
                    <a:off x="5507357" y="504691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3" name="Google Shape;1532;p20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l="66158" t="65100" r="3729" b="9193"/>
                  <a:stretch/>
                </p:blipFill>
                <p:spPr>
                  <a:xfrm rot="13907760">
                    <a:off x="4056002" y="1039632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4" name="Google Shape;1533;p20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l="66158" t="65100" r="3729" b="9193"/>
                  <a:stretch/>
                </p:blipFill>
                <p:spPr>
                  <a:xfrm rot="5400000">
                    <a:off x="4853549" y="1018531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5" name="Google Shape;1534;p20"/>
                  <p:cNvPicPr preferRelativeResize="0"/>
                  <p:nvPr/>
                </p:nvPicPr>
                <p:blipFill rotWithShape="1">
                  <a:blip r:embed="rId2">
                    <a:alphaModFix/>
                  </a:blip>
                  <a:srcRect l="66158" t="65100" r="3729" b="9193"/>
                  <a:stretch/>
                </p:blipFill>
                <p:spPr>
                  <a:xfrm rot="16200000">
                    <a:off x="5842665" y="1393359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pic>
              <p:nvPicPr>
                <p:cNvPr id="9" name="Google Shape;1535;p20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9563221">
                  <a:off x="4944847" y="254583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0" name="Google Shape;1536;p20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18228237">
                  <a:off x="4157633" y="502329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147276827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4517A81E-4C38-ED44-ACED-60BAB53522F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1537;p20"/>
            <p:cNvGrpSpPr/>
            <p:nvPr/>
          </p:nvGrpSpPr>
          <p:grpSpPr>
            <a:xfrm>
              <a:off x="4839753" y="2118040"/>
              <a:ext cx="3280494" cy="2963919"/>
              <a:chOff x="7796319" y="1082847"/>
              <a:chExt cx="3280494" cy="2963919"/>
            </a:xfrm>
          </p:grpSpPr>
          <p:pic>
            <p:nvPicPr>
              <p:cNvPr id="4" name="Google Shape;1541;p2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746198">
                <a:off x="7600052" y="156230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1542;p2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8156716">
                <a:off x="7796319" y="259894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1543;p2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905434">
                <a:off x="8326396" y="133120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1544;p2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400000">
                <a:off x="9024103" y="148100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1545;p2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8108951">
                <a:off x="7806184" y="219729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1546;p2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400000">
                <a:off x="9659434" y="216516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1547;p2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938012">
                <a:off x="9124845" y="269190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1548;p2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8357754" y="318705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1549;p2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8011005">
                <a:off x="9619741" y="300491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1550;p2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9636813" y="123509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97361767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99FBB2DC-CD69-6242-81F9-37CE88147F1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1551;p20"/>
            <p:cNvGrpSpPr/>
            <p:nvPr/>
          </p:nvGrpSpPr>
          <p:grpSpPr>
            <a:xfrm>
              <a:off x="4906422" y="1710563"/>
              <a:ext cx="3137703" cy="3778873"/>
              <a:chOff x="1543535" y="3113252"/>
              <a:chExt cx="3137703" cy="3778873"/>
            </a:xfrm>
          </p:grpSpPr>
          <p:pic>
            <p:nvPicPr>
              <p:cNvPr id="4" name="Google Shape;1555;p2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5400000">
                <a:off x="2401038" y="370024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1556;p2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>
                <a:off x="1543535" y="543014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" name="Google Shape;1557;p2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400000">
                <a:off x="1569332" y="497824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Google Shape;1558;p2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5646495">
                <a:off x="1474593" y="351140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" name="Google Shape;1559;p2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8047971">
                <a:off x="1282742" y="409535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" name="Google Shape;1560;p2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10800000">
                <a:off x="3241238" y="495298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" name="Google Shape;1561;p2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3641347">
                <a:off x="2143465" y="585027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1562;p2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821630">
                <a:off x="3095041" y="463567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1563;p2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7627496">
                <a:off x="2629412" y="506068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1564;p2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-8063410">
                <a:off x="3259990" y="351314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316671109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9E46CC8-7D91-4346-A5CF-70A977F158E7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oogle Shape;1565;p20"/>
            <p:cNvGrpSpPr/>
            <p:nvPr/>
          </p:nvGrpSpPr>
          <p:grpSpPr>
            <a:xfrm>
              <a:off x="5009814" y="1991970"/>
              <a:ext cx="3125026" cy="3216060"/>
              <a:chOff x="5932827" y="3300436"/>
              <a:chExt cx="3125026" cy="3216060"/>
            </a:xfrm>
          </p:grpSpPr>
          <p:grpSp>
            <p:nvGrpSpPr>
              <p:cNvPr id="4" name="Google Shape;1566;p20"/>
              <p:cNvGrpSpPr/>
              <p:nvPr/>
            </p:nvGrpSpPr>
            <p:grpSpPr>
              <a:xfrm>
                <a:off x="5932827" y="3300436"/>
                <a:ext cx="3125026" cy="3216060"/>
                <a:chOff x="7540970" y="3481286"/>
                <a:chExt cx="3125026" cy="3216060"/>
              </a:xfrm>
            </p:grpSpPr>
            <p:pic>
              <p:nvPicPr>
                <p:cNvPr id="6" name="Google Shape;1570;p20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7641911">
                  <a:off x="7499076" y="5655499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" name="Google Shape;1571;p20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7875316">
                  <a:off x="7142817" y="4481270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8" name="Google Shape;1572;p20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>
                  <a:off x="7823134" y="5077222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9" name="Google Shape;1573;p20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5400000">
                  <a:off x="8465373" y="3901208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0" name="Google Shape;1574;p20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7730894">
                  <a:off x="8786015" y="4581120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1" name="Google Shape;1575;p20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5400000">
                  <a:off x="7519539" y="3879439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2" name="Google Shape;1576;p20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8276665">
                  <a:off x="9225996" y="4907663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3" name="Google Shape;1577;p20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-2968751">
                  <a:off x="8434055" y="5603360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4" name="Google Shape;1578;p20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66158" t="65100" r="3729" b="9193"/>
                <a:stretch/>
              </p:blipFill>
              <p:spPr>
                <a:xfrm rot="7269870">
                  <a:off x="9195810" y="3959834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5" name="Google Shape;1579;p20"/>
              <p:cNvPicPr preferRelativeResize="0"/>
              <p:nvPr/>
            </p:nvPicPr>
            <p:blipFill rotWithShape="1">
              <a:blip r:embed="rId2">
                <a:alphaModFix/>
              </a:blip>
              <a:srcRect l="66158" t="65100" r="3729" b="9193"/>
              <a:stretch/>
            </p:blipFill>
            <p:spPr>
              <a:xfrm rot="2208769">
                <a:off x="7485942" y="577952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1092556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101</Words>
  <Application>Microsoft Macintosh PowerPoint</Application>
  <PresentationFormat>寬螢幕</PresentationFormat>
  <Paragraphs>101</Paragraphs>
  <Slides>100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100</vt:i4>
      </vt:variant>
    </vt:vector>
  </HeadingPairs>
  <TitlesOfParts>
    <vt:vector size="106" baseType="lpstr">
      <vt:lpstr>新細明體</vt:lpstr>
      <vt:lpstr>Arial</vt:lpstr>
      <vt:lpstr>Calibri</vt:lpstr>
      <vt:lpstr>Calibri Light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Hao-Lun Fu</dc:creator>
  <cp:lastModifiedBy>Microsoft Office User</cp:lastModifiedBy>
  <cp:revision>18</cp:revision>
  <dcterms:created xsi:type="dcterms:W3CDTF">2022-01-16T08:49:09Z</dcterms:created>
  <dcterms:modified xsi:type="dcterms:W3CDTF">2022-01-20T10:25:04Z</dcterms:modified>
</cp:coreProperties>
</file>