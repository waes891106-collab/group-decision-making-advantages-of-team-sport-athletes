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  <p:sldId id="355" r:id="rId96"/>
    <p:sldId id="356" r:id="rId97"/>
    <p:sldId id="357" r:id="rId98"/>
    <p:sldId id="358" r:id="rId99"/>
    <p:sldId id="359" r:id="rId100"/>
    <p:sldId id="360" r:id="rId10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43"/>
    <p:restoredTop sz="94655"/>
  </p:normalViewPr>
  <p:slideViewPr>
    <p:cSldViewPr snapToGrid="0" snapToObjects="1" showGuides="1">
      <p:cViewPr varScale="1">
        <p:scale>
          <a:sx n="145" d="100"/>
          <a:sy n="145" d="100"/>
        </p:scale>
        <p:origin x="208" y="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B119CB-3A9F-FF40-8FC3-7295CA97C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0011D3-188F-2149-A365-C228C614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134A8F-02F0-1244-B6D2-E0AB85F0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C882C4-DF27-D846-A372-EABF9878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F66AE6-E9BF-614C-8A12-B9E8576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12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B71A4-D1F6-CC45-B4EE-672379AD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0D534-C68C-6048-9CF4-45252D79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FD0803-8161-8C40-B10B-2722CA9A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BBD775-9641-5B4A-A37F-11674F2A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EAAF20-2E32-2249-AAC4-A6133661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783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30ED4C-7E1B-EF4C-BE9F-9F65E31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CE5896-D5F3-5145-B6D3-7E6630D37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DAF359-AED2-E34D-BB44-2F90443E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4A1FD-2261-0043-9579-543B734D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602591-080B-074F-BC1F-D334F821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77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0BFA2-7E07-6746-A9CF-878CA950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FE6540-D279-4643-A232-253D5A701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D724FB-36E3-084C-A34A-2E415A62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BDC2D1-62CD-9D4C-9CFA-3554AC31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F6F828-28D5-334A-958F-F96078BF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731E60-B079-5541-82C3-441AFD85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678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0F037-D0F9-C348-B6A4-AE431ADB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380037-4B06-4948-ABA3-8E8302E22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3CA1C9-E1A8-0C4B-837F-101315AF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0DE51A-0CDB-3B4D-B1E9-FBC4CD29F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09D9818-8F55-F945-BCE2-E0F0EA635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CC34C0-E3E2-2D4E-B0EE-55EDE24E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A090DF-3EEC-6F48-98B1-377C9F80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EDD677-6E6C-534F-B370-9D4DC6A0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308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541AC-262F-B246-9B67-20A38795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ECF924A-6D4D-7149-ADF9-96525139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B0BF5E-F42E-BD42-83DC-7B4050AD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08DA23-E46D-6B42-AFBE-9933674E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945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56202C9-2235-6840-9FDE-A39E0282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02638C-3224-7242-B7B0-72E8941D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E79102-F959-EF4C-B67D-4333E91D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66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04E58C-BEC5-DB41-AEBC-4D9CF82E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AB1B4A-C366-4343-B94A-FA352FA05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1334D2-D98A-9742-BB04-BEFA63FCF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956EAA-B2FB-6F43-AF78-80FAFD52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A37126-FD87-DB43-B94A-F185F174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D561A8-1338-6248-8770-77B945E5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58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5B4E9-0A09-764A-932A-1964B9AE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6AC4F5-96BA-8247-893F-D7A23BCBC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ACF5CB-408A-0C4C-A57F-BE48E4DD0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DA68F4-7B90-6841-B87B-720AE8B1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382FB5-C197-D540-B93C-FB7E264E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23FEA8-CEF6-6244-894C-FA20E597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737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9D384A-4F5E-624D-BA76-9317C2A3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38B9E1-54A7-B445-AC88-2654557B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C26AC2-2E26-1842-B879-BD8FEBA7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28C254-3684-BC41-9DCA-E6BBA7A6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B1A453-44D7-1241-8B79-E7399441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999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76137B2-3FC2-484A-9819-D0FCB15D5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2A0DD5-BF15-1747-9E80-247C8356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02A59-FB8C-6549-ABF8-18DC3A85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9E9EA3-A9D7-834A-AE6D-FFFA18F0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5513A0-491C-F947-AE31-7C403965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495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5D540B-B96E-0C4A-8BBA-F1C696EDB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BB34DA-32A3-924E-85BB-C4699BB39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6C2E15-9616-674F-A44B-A8C60DE06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6A38-E1CE-E54F-90FE-A6B31CEEB665}" type="datetimeFigureOut">
              <a:rPr kumimoji="1" lang="zh-TW" altLang="en-US" smtClean="0"/>
              <a:t>2022/1/20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C355B0-BAE2-C84E-A52B-A0516C577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B0F006-ADC2-D945-9AD7-9E57E04F4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554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DC1281AA-9E40-A14E-89D9-FD33DA6A44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0" name="群組 19"/>
            <p:cNvGrpSpPr/>
            <p:nvPr/>
          </p:nvGrpSpPr>
          <p:grpSpPr>
            <a:xfrm>
              <a:off x="5363206" y="1970720"/>
              <a:ext cx="2966373" cy="3258560"/>
              <a:chOff x="403580" y="-109008"/>
              <a:chExt cx="2966373" cy="3258560"/>
            </a:xfrm>
          </p:grpSpPr>
          <p:grpSp>
            <p:nvGrpSpPr>
              <p:cNvPr id="21" name="群組 20"/>
              <p:cNvGrpSpPr/>
              <p:nvPr/>
            </p:nvGrpSpPr>
            <p:grpSpPr>
              <a:xfrm>
                <a:off x="403580" y="-109008"/>
                <a:ext cx="2966373" cy="3258560"/>
                <a:chOff x="403580" y="-109008"/>
                <a:chExt cx="2966373" cy="3258560"/>
              </a:xfrm>
            </p:grpSpPr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43797">
                  <a:off x="1460081" y="1497506"/>
                  <a:ext cx="1440000" cy="643693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23310">
                  <a:off x="1195986" y="792251"/>
                  <a:ext cx="1440000" cy="643693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03002">
                  <a:off x="749229" y="2111216"/>
                  <a:ext cx="1440000" cy="643693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195984">
                  <a:off x="96411" y="1568387"/>
                  <a:ext cx="1440000" cy="643693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004980">
                  <a:off x="28047" y="626241"/>
                  <a:ext cx="1440000" cy="643693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493094">
                  <a:off x="5427" y="2107705"/>
                  <a:ext cx="1440000" cy="643693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09082">
                  <a:off x="1478225" y="352626"/>
                  <a:ext cx="1440000" cy="643693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929953" y="1089250"/>
                  <a:ext cx="1440000" cy="643693"/>
                </a:xfrm>
                <a:prstGeom prst="rect">
                  <a:avLst/>
                </a:prstGeom>
                <a:ln>
                  <a:noFill/>
                </a:ln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 flipV="1">
                  <a:off x="724382" y="289145"/>
                  <a:ext cx="1440000" cy="643693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2219479">
                <a:off x="1821830" y="2287846"/>
                <a:ext cx="1439797" cy="641541"/>
              </a:xfrm>
              <a:prstGeom prst="rect">
                <a:avLst/>
              </a:prstGeom>
              <a:ln>
                <a:noFill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378536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18D9A3B0-0FFA-2A41-9095-0F858BD1421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004102" y="2116093"/>
              <a:ext cx="2999398" cy="3395143"/>
              <a:chOff x="4002372" y="308836"/>
              <a:chExt cx="2999398" cy="3395143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002372" y="308836"/>
                <a:ext cx="2999398" cy="3395143"/>
                <a:chOff x="4207100" y="523678"/>
                <a:chExt cx="2999398" cy="3395143"/>
              </a:xfrm>
            </p:grpSpPr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2438">
                  <a:off x="4237106" y="9218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300768" y="28769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875314">
                  <a:off x="4933891" y="22598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776606" y="10265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179700">
                  <a:off x="5903937" y="25120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015144">
                  <a:off x="6051294" y="17538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18816" y="14511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488924">
                  <a:off x="5766498" y="7088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58762">
                  <a:off x="4207100" y="277862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4064277">
                <a:off x="5579673" y="1042141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2291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717D1311-62D6-FF48-ADA0-992506541EB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9" name="群組 48"/>
            <p:cNvGrpSpPr/>
            <p:nvPr/>
          </p:nvGrpSpPr>
          <p:grpSpPr>
            <a:xfrm>
              <a:off x="4897832" y="2105455"/>
              <a:ext cx="3164336" cy="3146811"/>
              <a:chOff x="8230636" y="157385"/>
              <a:chExt cx="3164336" cy="3146811"/>
            </a:xfrm>
          </p:grpSpPr>
          <p:grpSp>
            <p:nvGrpSpPr>
              <p:cNvPr id="50" name="群組 49"/>
              <p:cNvGrpSpPr/>
              <p:nvPr/>
            </p:nvGrpSpPr>
            <p:grpSpPr>
              <a:xfrm>
                <a:off x="8230636" y="157385"/>
                <a:ext cx="3164336" cy="3146811"/>
                <a:chOff x="7830062" y="959755"/>
                <a:chExt cx="3164336" cy="3146811"/>
              </a:xfrm>
            </p:grpSpPr>
            <p:pic>
              <p:nvPicPr>
                <p:cNvPr id="53" name="圖片 5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404823">
                  <a:off x="7431909" y="1732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54" name="圖片 5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830075" y="30550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55" name="圖片 5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44935">
                  <a:off x="8985275" y="24248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56" name="圖片 55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850454" y="10432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57" name="圖片 5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78488">
                  <a:off x="8758737" y="1357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58" name="圖片 5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616938">
                  <a:off x="8386610" y="30647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59" name="圖片 5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26290">
                  <a:off x="9476184" y="30266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60" name="圖片 5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554398" y="20053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61" name="圖片 6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16565">
                  <a:off x="8038186" y="218362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1" name="圖片 50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136827">
                <a:off x="9720894" y="440937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2481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D4F6663-83E0-CB44-BBF5-4A3CBDA3242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群組 3"/>
            <p:cNvGrpSpPr/>
            <p:nvPr/>
          </p:nvGrpSpPr>
          <p:grpSpPr>
            <a:xfrm>
              <a:off x="5022971" y="1987265"/>
              <a:ext cx="2914057" cy="3225470"/>
              <a:chOff x="1774716" y="3606868"/>
              <a:chExt cx="2914057" cy="3225470"/>
            </a:xfrm>
          </p:grpSpPr>
          <p:grpSp>
            <p:nvGrpSpPr>
              <p:cNvPr id="5" name="群組 4"/>
              <p:cNvGrpSpPr/>
              <p:nvPr/>
            </p:nvGrpSpPr>
            <p:grpSpPr>
              <a:xfrm>
                <a:off x="1774716" y="3606868"/>
                <a:ext cx="2914057" cy="2935383"/>
                <a:chOff x="1647198" y="3344300"/>
                <a:chExt cx="2914057" cy="2935383"/>
              </a:xfrm>
            </p:grpSpPr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795632" y="45149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955737">
                  <a:off x="1478225" y="38181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04889">
                  <a:off x="3188058" y="52378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439792" y="45080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669355">
                  <a:off x="1984121" y="51600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062945">
                  <a:off x="3519409" y="40901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828238">
                  <a:off x="2846847" y="37424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47198" y="55196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85438" y="377221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4557182">
                <a:off x="3057474" y="5791669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7286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B4F53EA-90A7-BE4F-81D9-B152DC210F7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群組 3"/>
            <p:cNvGrpSpPr/>
            <p:nvPr/>
          </p:nvGrpSpPr>
          <p:grpSpPr>
            <a:xfrm>
              <a:off x="4562066" y="1943588"/>
              <a:ext cx="3400715" cy="3305556"/>
              <a:chOff x="5517886" y="3341728"/>
              <a:chExt cx="3400715" cy="3305556"/>
            </a:xfrm>
          </p:grpSpPr>
          <p:grpSp>
            <p:nvGrpSpPr>
              <p:cNvPr id="5" name="群組 4"/>
              <p:cNvGrpSpPr/>
              <p:nvPr/>
            </p:nvGrpSpPr>
            <p:grpSpPr>
              <a:xfrm>
                <a:off x="5517886" y="3341728"/>
                <a:ext cx="3400715" cy="3305556"/>
                <a:chOff x="5364018" y="3434847"/>
                <a:chExt cx="3400715" cy="3305556"/>
              </a:xfrm>
            </p:grpSpPr>
            <p:grpSp>
              <p:nvGrpSpPr>
                <p:cNvPr id="7" name="群組 6"/>
                <p:cNvGrpSpPr/>
                <p:nvPr/>
              </p:nvGrpSpPr>
              <p:grpSpPr>
                <a:xfrm>
                  <a:off x="5364018" y="4124270"/>
                  <a:ext cx="3400715" cy="2616133"/>
                  <a:chOff x="7068253" y="4208639"/>
                  <a:chExt cx="3400715" cy="2616133"/>
                </a:xfrm>
              </p:grpSpPr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304206">
                    <a:off x="7271280" y="46067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028968" y="46460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947349" y="541927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152406">
                    <a:off x="8865294" y="57829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333435" y="430505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068253" y="542619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969605">
                    <a:off x="8223789" y="575027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718179">
                    <a:off x="9096959" y="536664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925346" y="383300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7409870" y="3798198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1130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7965B53B-FCB2-2B4D-94D6-42FF0D1B258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167950" y="1878837"/>
              <a:ext cx="3048294" cy="3442325"/>
              <a:chOff x="434299" y="-12955"/>
              <a:chExt cx="3048294" cy="3442325"/>
            </a:xfrm>
          </p:grpSpPr>
          <p:grpSp>
            <p:nvGrpSpPr>
              <p:cNvPr id="5" name="群組 4"/>
              <p:cNvGrpSpPr/>
              <p:nvPr/>
            </p:nvGrpSpPr>
            <p:grpSpPr>
              <a:xfrm>
                <a:off x="434299" y="-12955"/>
                <a:ext cx="3048294" cy="3442325"/>
                <a:chOff x="327234" y="-58258"/>
                <a:chExt cx="3048294" cy="3442325"/>
              </a:xfrm>
            </p:grpSpPr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622075">
                  <a:off x="1935528" y="9027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77262">
                  <a:off x="1543370" y="6879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37027" y="23422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6411" y="15683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07938">
                  <a:off x="104034" y="7426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1893">
                  <a:off x="1839960" y="23850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2370">
                  <a:off x="-70919" y="21549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169499" y="3398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flipV="1">
                  <a:off x="734967" y="3661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2125906">
                <a:off x="1666945" y="167808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3535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61C9B1-6115-054D-A932-C43FE8BE24A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964400" y="2018860"/>
              <a:ext cx="3031199" cy="3210675"/>
              <a:chOff x="4195994" y="3860"/>
              <a:chExt cx="3031199" cy="3210675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195994" y="3860"/>
                <a:ext cx="2936523" cy="3210675"/>
                <a:chOff x="4361976" y="318747"/>
                <a:chExt cx="2936523" cy="3210675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2438">
                  <a:off x="4171158" y="7169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8511">
                  <a:off x="5066231" y="25571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24822" y="24875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117169">
                  <a:off x="4361976" y="11077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535">
                  <a:off x="5858499" y="13648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670024" y="21268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48143">
                  <a:off x="5324604" y="7659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984606" y="7347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51579" y="182384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2954236">
                <a:off x="5787396" y="224613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0137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4A5F3C2-5F0F-E048-836D-5CBCD5D1473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29277" y="1740892"/>
              <a:ext cx="3301446" cy="3718216"/>
              <a:chOff x="7804692" y="-151599"/>
              <a:chExt cx="3301446" cy="371821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804692" y="-151599"/>
                <a:ext cx="3301446" cy="3718216"/>
                <a:chOff x="7718789" y="632728"/>
                <a:chExt cx="3301446" cy="371821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11426">
                  <a:off x="8027303" y="20914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011302" y="31581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882971" y="10308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26870">
                  <a:off x="8627256" y="14339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039859" y="33090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205903">
                  <a:off x="9580235" y="28723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301056" y="20363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06283">
                  <a:off x="9352433" y="14186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718789" y="26325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7065356">
                <a:off x="9086802" y="1872872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3349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89AA429-1EC6-7A46-9E85-EE026B86D4D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15457" y="2129496"/>
              <a:ext cx="3329085" cy="2795020"/>
              <a:chOff x="1586241" y="3775416"/>
              <a:chExt cx="3329085" cy="2795020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586241" y="3777993"/>
                <a:ext cx="3261445" cy="2792443"/>
                <a:chOff x="1337201" y="3480130"/>
                <a:chExt cx="3261445" cy="2792443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72040">
                  <a:off x="3117577" y="47331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760847">
                  <a:off x="1337201" y="37052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158646" y="56288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85645">
                  <a:off x="1943815" y="45739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188112" y="51686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005725" y="38782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721144" y="5475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08429">
                  <a:off x="2687325" y="51154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524606">
                  <a:off x="2129663" y="390173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172498">
                <a:off x="3475529" y="377541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8844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DB71BD-2FB9-2944-9439-DCB83E42C5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36817" y="2237745"/>
              <a:ext cx="3486366" cy="2724509"/>
              <a:chOff x="6096943" y="3695700"/>
              <a:chExt cx="3486366" cy="272450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6096943" y="3695700"/>
                <a:ext cx="3486366" cy="2724509"/>
                <a:chOff x="5510742" y="3563294"/>
                <a:chExt cx="3486366" cy="2724509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5510742" y="3563294"/>
                  <a:ext cx="3486366" cy="2724509"/>
                  <a:chOff x="7118885" y="3744144"/>
                  <a:chExt cx="3486366" cy="2724509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152087">
                    <a:off x="7592679" y="49152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596420">
                    <a:off x="8418187" y="53527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859224" y="58249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4665">
                    <a:off x="7118885" y="45257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07720">
                    <a:off x="8473043" y="41422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165251" y="576139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305241">
                    <a:off x="8839527" y="39607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99211">
                    <a:off x="7365972" y="5329233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112642" y="357139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8052743" y="4724079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87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F64A3A3-7CB6-7E43-8301-B35FFB522A3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81042" y="1788817"/>
              <a:ext cx="3197916" cy="3622366"/>
              <a:chOff x="11629" y="-202925"/>
              <a:chExt cx="3197916" cy="362236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1629" y="-202925"/>
                <a:ext cx="3197916" cy="3622366"/>
                <a:chOff x="-58647" y="-199290"/>
                <a:chExt cx="3197916" cy="362236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06993">
                  <a:off x="39770" y="16930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804055" y="5048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45283" y="23812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51301">
                  <a:off x="210994" y="13682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250573" y="6276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561545">
                  <a:off x="1699269" y="21206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-58647" y="6439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43556">
                  <a:off x="1955268" y="12290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05179" flipV="1">
                  <a:off x="632949" y="19886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>
                <a:off x="1333609" y="1760944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9934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群組 32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B04024E-9A60-C54E-84DC-158896A0DCF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" name="群組 17"/>
            <p:cNvGrpSpPr/>
            <p:nvPr/>
          </p:nvGrpSpPr>
          <p:grpSpPr>
            <a:xfrm>
              <a:off x="4865704" y="1587092"/>
              <a:ext cx="2812706" cy="3604625"/>
              <a:chOff x="4043901" y="9892"/>
              <a:chExt cx="2812706" cy="3604625"/>
            </a:xfrm>
          </p:grpSpPr>
          <p:grpSp>
            <p:nvGrpSpPr>
              <p:cNvPr id="19" name="群組 18"/>
              <p:cNvGrpSpPr/>
              <p:nvPr/>
            </p:nvGrpSpPr>
            <p:grpSpPr>
              <a:xfrm>
                <a:off x="4043901" y="9892"/>
                <a:ext cx="2812706" cy="3604625"/>
                <a:chOff x="4241112" y="136358"/>
                <a:chExt cx="2812706" cy="3604625"/>
              </a:xfrm>
            </p:grpSpPr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75991" y="7526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45297">
                  <a:off x="5913306" y="26991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843060" y="27432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79919">
                  <a:off x="4972207" y="11286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99548">
                  <a:off x="4112475" y="24240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157677">
                  <a:off x="6011972" y="18184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58001">
                  <a:off x="5763714" y="5345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77461">
                  <a:off x="4241112" y="17243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673592" y="217063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3513336">
                <a:off x="5697971" y="1095010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1163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457363D-F9A8-A54E-ACEB-59996D3DCD3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045688" y="2110801"/>
              <a:ext cx="2868624" cy="2978398"/>
              <a:chOff x="7741144" y="139240"/>
              <a:chExt cx="2868624" cy="2978398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741144" y="139240"/>
                <a:ext cx="2803814" cy="2804229"/>
                <a:chOff x="7835101" y="933679"/>
                <a:chExt cx="2803814" cy="280422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287093" y="13318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99627">
                  <a:off x="8006066" y="21561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782816" y="13935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13671">
                  <a:off x="8603906" y="1210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28118" y="17248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799002" y="29494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268965" y="26405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5501">
                  <a:off x="9597069" y="21286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46523">
                  <a:off x="7835101" y="309421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800000">
                <a:off x="9169971" y="2476097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4930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1904D01-3F21-F048-9201-E52E8322DE0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070364" y="2178667"/>
              <a:ext cx="2819271" cy="3201318"/>
              <a:chOff x="2010669" y="3720046"/>
              <a:chExt cx="2819271" cy="3201318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2010669" y="3720046"/>
                <a:ext cx="2819271" cy="3201318"/>
                <a:chOff x="1761629" y="3422183"/>
                <a:chExt cx="2819271" cy="3201318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395096">
                  <a:off x="1548302" y="46638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71057">
                  <a:off x="1363476" y="38203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220066" y="54648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539054" y="44937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35697" y="37294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329445">
                  <a:off x="1422665" y="51700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74097">
                  <a:off x="3201155" y="55816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17136">
                  <a:off x="3035674" y="39357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780524" y="358787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7602291">
                <a:off x="3082019" y="5208881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9931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96ACDBF-0E08-DD46-9162-FCEF479A3A2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584447" y="2026240"/>
              <a:ext cx="3562242" cy="3557064"/>
              <a:chOff x="5626068" y="3569390"/>
              <a:chExt cx="3562242" cy="3557064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5626068" y="3569390"/>
                <a:ext cx="3562242" cy="3557064"/>
                <a:chOff x="7104595" y="3590121"/>
                <a:chExt cx="3562242" cy="3557064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904991" y="52864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24221">
                  <a:off x="9226837" y="46826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904978" y="56855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99896">
                  <a:off x="8750121" y="61053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94342">
                  <a:off x="7104595" y="41924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07720">
                  <a:off x="8072937" y="39882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506822" y="49731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99106">
                  <a:off x="9122544" y="39789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48377">
                  <a:off x="7248466" y="55600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717188">
                <a:off x="7194350" y="413572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7911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E99A0FF-7392-8745-AA28-5C8B77915F5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060836" y="2044644"/>
              <a:ext cx="2838328" cy="3110711"/>
              <a:chOff x="373152" y="398019"/>
              <a:chExt cx="2838328" cy="3110711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73152" y="398019"/>
                <a:ext cx="2838328" cy="3110711"/>
                <a:chOff x="188357" y="247473"/>
                <a:chExt cx="2838328" cy="3110711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-191283" y="1907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86685" y="24224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88357" y="4231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51301">
                  <a:off x="1810888" y="6456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01744" y="23163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12174" y="11469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807514" y="2080678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269317">
                  <a:off x="1610648" y="11368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625754" flipV="1">
                  <a:off x="1217746" y="40558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7264491">
                <a:off x="2066534" y="1899023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4053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群組 32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E4DD9AF-F69B-524D-B5D5-9B70F757904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" name="群組 17"/>
            <p:cNvGrpSpPr/>
            <p:nvPr/>
          </p:nvGrpSpPr>
          <p:grpSpPr>
            <a:xfrm>
              <a:off x="5113257" y="1946062"/>
              <a:ext cx="2733485" cy="3307876"/>
              <a:chOff x="4235071" y="35579"/>
              <a:chExt cx="2733485" cy="3307876"/>
            </a:xfrm>
          </p:grpSpPr>
          <p:grpSp>
            <p:nvGrpSpPr>
              <p:cNvPr id="19" name="群組 18"/>
              <p:cNvGrpSpPr/>
              <p:nvPr/>
            </p:nvGrpSpPr>
            <p:grpSpPr>
              <a:xfrm>
                <a:off x="4235071" y="35579"/>
                <a:ext cx="2733485" cy="3307876"/>
                <a:chOff x="4456922" y="300855"/>
                <a:chExt cx="2733485" cy="3307876"/>
              </a:xfrm>
            </p:grpSpPr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3613">
                  <a:off x="4172923" y="15627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746933" y="27227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078548">
                  <a:off x="5372773" y="22979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839135">
                  <a:off x="5061706" y="8586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659065">
                  <a:off x="5933687" y="8235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99014">
                  <a:off x="5975528" y="25668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31383">
                  <a:off x="4058769" y="24005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241228" y="6990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62554">
                  <a:off x="6148561" y="193011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9193388">
                <a:off x="5489252" y="1022819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7231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D1EF00E-1B9D-B147-A44B-323B700021A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86167" y="2283201"/>
              <a:ext cx="3387666" cy="2633598"/>
              <a:chOff x="7688623" y="496754"/>
              <a:chExt cx="3387666" cy="2633598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688623" y="496754"/>
                <a:ext cx="3387666" cy="2633598"/>
                <a:chOff x="7726828" y="1241673"/>
                <a:chExt cx="3387666" cy="2633598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1579">
                  <a:off x="9153987" y="12663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99627">
                  <a:off x="7774637" y="20000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900191">
                  <a:off x="8362447" y="14060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726828" y="30260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81450">
                  <a:off x="8332118" y="27042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831583" y="12416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3305">
                  <a:off x="9519556" y="19222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824205">
                  <a:off x="9315596" y="22057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74494" y="323157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800000">
                <a:off x="8862378" y="2309177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5621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78F84E7-2380-AB4A-807E-D40045CE97E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66347" y="1960703"/>
              <a:ext cx="3227305" cy="3286282"/>
              <a:chOff x="1733157" y="3488617"/>
              <a:chExt cx="3227305" cy="3286282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733157" y="3488617"/>
                <a:ext cx="3227305" cy="3286282"/>
                <a:chOff x="1362711" y="3205219"/>
                <a:chExt cx="3227305" cy="3286282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818719" y="39972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362711" y="36283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279473">
                  <a:off x="2775760" y="48669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150016" y="54306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2683">
                  <a:off x="2732865" y="36033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03487">
                  <a:off x="1603809" y="54496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067626" y="53286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8786">
                  <a:off x="2921284" y="39235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94948">
                  <a:off x="1408590" y="455312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3728466" y="4715257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5537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C9E4536-2712-FF4A-AD72-1AA49D09F48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134667" y="1888400"/>
              <a:ext cx="2826892" cy="3423199"/>
              <a:chOff x="6794081" y="3248916"/>
              <a:chExt cx="2826892" cy="342319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6794081" y="3248916"/>
                <a:ext cx="2826892" cy="3423199"/>
                <a:chOff x="6058974" y="3162661"/>
                <a:chExt cx="2826892" cy="3423199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6058974" y="3162661"/>
                  <a:ext cx="2826892" cy="3423199"/>
                  <a:chOff x="7667117" y="3343511"/>
                  <a:chExt cx="2826892" cy="3423199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7268964" y="46460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379120" y="57248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840734">
                    <a:off x="9073707" y="57248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9204587" y="483111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469761" y="54811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97239" y="37416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054009" y="37831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32998">
                    <a:off x="7722816" y="5373465"/>
                    <a:ext cx="1511298" cy="67556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86078">
                  <a:off x="6736502" y="383400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8150575">
                <a:off x="7850701" y="4238151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3123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2EE4D2A-DD84-304F-A762-616839B2935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126377" y="1885325"/>
              <a:ext cx="2707245" cy="3429350"/>
              <a:chOff x="493585" y="50422"/>
              <a:chExt cx="2707245" cy="3429350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93585" y="50422"/>
                <a:ext cx="2707245" cy="3046463"/>
                <a:chOff x="308790" y="-100124"/>
                <a:chExt cx="2707245" cy="3046463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49907">
                  <a:off x="-49482" y="18061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-531" y="2980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03002">
                  <a:off x="1488192" y="3057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576035" y="9157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36209" y="2302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001398" y="18120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023314" y="6198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68314">
                  <a:off x="308790" y="12263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76989" flipV="1">
                  <a:off x="1860992" y="147614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7861218">
                <a:off x="1910003" y="2439103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0327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3830E1A-A9C4-D44D-8F15-C9185F3AE23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019614" y="2309243"/>
              <a:ext cx="2920771" cy="2942454"/>
              <a:chOff x="4154494" y="513556"/>
              <a:chExt cx="2920771" cy="2942454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154494" y="513556"/>
                <a:ext cx="2920771" cy="2942454"/>
                <a:chOff x="4456589" y="714803"/>
                <a:chExt cx="2920771" cy="2942454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66506" y="1112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694887" y="25834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71638">
                  <a:off x="4226193" y="20904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839135">
                  <a:off x="5009586" y="7555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416897" y="11993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65681">
                  <a:off x="4456589" y="17648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55508">
                  <a:off x="5937360" y="8656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21695">
                  <a:off x="6293745" y="26154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82465">
                  <a:off x="5801461" y="163693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3284919">
                <a:off x="5152173" y="2270128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5080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B3F4602-AA20-BD4A-B4F1-EFE76720EBC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21110" y="2032847"/>
              <a:ext cx="3182785" cy="3134306"/>
              <a:chOff x="7312048" y="156183"/>
              <a:chExt cx="3182785" cy="313430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312048" y="156183"/>
                <a:ext cx="3182785" cy="3134306"/>
                <a:chOff x="7571529" y="963825"/>
                <a:chExt cx="3182785" cy="313430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571252" y="31600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774637" y="20000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227950">
                  <a:off x="9484983" y="13619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38108">
                  <a:off x="9193744" y="21280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694142" y="14805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44370">
                  <a:off x="7833220" y="11873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3305">
                  <a:off x="7571529" y="30902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295139">
                  <a:off x="9712468" y="30562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46523">
                  <a:off x="8305278" y="263905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800000">
                <a:off x="8826788" y="179422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667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4EE4ECB-F070-CF44-8FC9-43B4450D052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14470" y="1777514"/>
              <a:ext cx="3731060" cy="3534548"/>
              <a:chOff x="1494417" y="3231335"/>
              <a:chExt cx="3731060" cy="3534548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494417" y="3231335"/>
                <a:ext cx="3731060" cy="3534548"/>
                <a:chOff x="1245377" y="2933472"/>
                <a:chExt cx="3731060" cy="3534548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2153877" y="3999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536437" y="53530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75196">
                  <a:off x="2775760" y="48669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489062" y="54261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757024" y="33316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62648">
                  <a:off x="1409211" y="43132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2047332" y="51974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94808">
                  <a:off x="3344173" y="3873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245377" y="365053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499304">
                <a:off x="3119389" y="5823177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0790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3BCCEE8-B23C-8547-BF4E-A933D16D2FC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190568" y="2197276"/>
              <a:ext cx="3079602" cy="3092050"/>
              <a:chOff x="6142269" y="3784461"/>
              <a:chExt cx="3079602" cy="3092050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6142269" y="3784461"/>
                <a:ext cx="2897482" cy="3092050"/>
                <a:chOff x="6012653" y="3624342"/>
                <a:chExt cx="2897482" cy="3092050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6047020" y="3624342"/>
                  <a:ext cx="2863115" cy="3092050"/>
                  <a:chOff x="7655163" y="3805192"/>
                  <a:chExt cx="2863115" cy="3092050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257010" y="49035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82289">
                    <a:off x="9078278" y="57244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33327" y="52820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9167636" y="486475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432137">
                    <a:off x="7858318" y="56640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06631">
                    <a:off x="7366800" y="58553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843399" y="43614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941759" y="4203345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5429">
                  <a:off x="6012653" y="374489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>
                <a:off x="7782074" y="3991850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38565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529B911-1C77-C141-BBC2-64695381DA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061194" y="1913620"/>
              <a:ext cx="3320787" cy="3372760"/>
              <a:chOff x="369925" y="121406"/>
              <a:chExt cx="3320787" cy="3372760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69925" y="121406"/>
                <a:ext cx="3320787" cy="3372760"/>
                <a:chOff x="185130" y="-29140"/>
                <a:chExt cx="3320787" cy="3372760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406055">
                  <a:off x="1137866" y="19470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47391">
                  <a:off x="63918" y="4855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249538">
                  <a:off x="1670077" y="3690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18821" y="19391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14831">
                  <a:off x="1373965" y="22994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050552" y="4910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123275">
                  <a:off x="-220204" y="229459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1780" y="10572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flipV="1">
                  <a:off x="2065917" y="168173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1752196" y="1264762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5618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2DECB4B-8CCE-3147-B9D6-FB46FB36AB2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79415" y="2096807"/>
              <a:ext cx="3601169" cy="3520424"/>
              <a:chOff x="3702742" y="152945"/>
              <a:chExt cx="3601169" cy="3520424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702742" y="152945"/>
                <a:ext cx="3256847" cy="3520424"/>
                <a:chOff x="3924593" y="418221"/>
                <a:chExt cx="3256847" cy="3520424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7736">
                  <a:off x="4220534" y="8163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470908" y="15768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09856">
                  <a:off x="6139594" y="18641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43815">
                  <a:off x="5406427" y="14061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239225" y="7505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841072" y="20882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458501" y="28967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73425">
                  <a:off x="3924593" y="22733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24870" y="251099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2699089">
                <a:off x="5864114" y="481914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3144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A8C6C7B-2A8C-5A4B-99AC-DC82E2F6B4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95531" y="1971507"/>
              <a:ext cx="3168938" cy="2966996"/>
              <a:chOff x="7583177" y="-16814"/>
              <a:chExt cx="3168938" cy="296699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583177" y="-16814"/>
                <a:ext cx="3168938" cy="2966996"/>
                <a:chOff x="7791064" y="803178"/>
                <a:chExt cx="3168938" cy="296699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230593" y="17427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952630" y="21687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432500" y="12013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116837" y="30428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271906" y="22422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96270">
                  <a:off x="8785966" y="14149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961427">
                  <a:off x="7791064" y="11863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620856">
                  <a:off x="9520002" y="31264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25312">
                  <a:off x="7627848" y="267119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8559714">
                <a:off x="8725174" y="2039781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3576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06A835E-64CD-FF44-AF7B-A4972B285E9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群組 3"/>
            <p:cNvGrpSpPr/>
            <p:nvPr/>
          </p:nvGrpSpPr>
          <p:grpSpPr>
            <a:xfrm>
              <a:off x="4542129" y="2218137"/>
              <a:ext cx="3540148" cy="2763726"/>
              <a:chOff x="1274143" y="3601699"/>
              <a:chExt cx="3540148" cy="2763726"/>
            </a:xfrm>
          </p:grpSpPr>
          <p:grpSp>
            <p:nvGrpSpPr>
              <p:cNvPr id="5" name="群組 4"/>
              <p:cNvGrpSpPr/>
              <p:nvPr/>
            </p:nvGrpSpPr>
            <p:grpSpPr>
              <a:xfrm>
                <a:off x="1274143" y="3601699"/>
                <a:ext cx="3540148" cy="2763726"/>
                <a:chOff x="1216758" y="3386386"/>
                <a:chExt cx="3540148" cy="2763726"/>
              </a:xfrm>
            </p:grpSpPr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84734">
                  <a:off x="3316906" y="45952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216758" y="38388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918962" y="48959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019718">
                  <a:off x="1882564" y="37845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271371" y="54812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44214">
                  <a:off x="1614139" y="47005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15501">
                  <a:off x="1634736" y="54399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300973" y="36135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26070">
                  <a:off x="3271347" y="550641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800000">
                <a:off x="2841813" y="4060619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51892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FF4664F-2829-EA4E-9F04-421613F353B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42978" y="1915065"/>
              <a:ext cx="3411631" cy="3369869"/>
              <a:chOff x="5652794" y="3496067"/>
              <a:chExt cx="3411631" cy="336986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5652794" y="3496067"/>
                <a:ext cx="3411631" cy="3369869"/>
                <a:chOff x="5523178" y="3335948"/>
                <a:chExt cx="3411631" cy="3369869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5523178" y="3479485"/>
                  <a:ext cx="3411631" cy="3226332"/>
                  <a:chOff x="7131321" y="3660335"/>
                  <a:chExt cx="3411631" cy="3226332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524744" y="48640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33327" y="52820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637921">
                    <a:off x="7131321" y="40547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31808">
                    <a:off x="9042402" y="499390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203696">
                    <a:off x="7329678" y="56891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102952" y="44648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111419" y="58448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163884" y="405848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34792">
                  <a:off x="6958128" y="373410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2675607">
                <a:off x="7559130" y="571524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07023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A7D12E0-0596-0B4A-A77B-C4A4F5214EE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64471" y="1785433"/>
              <a:ext cx="3231058" cy="3629133"/>
              <a:chOff x="424737" y="28089"/>
              <a:chExt cx="3231058" cy="3629133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24737" y="28089"/>
                <a:ext cx="2817804" cy="3629133"/>
                <a:chOff x="58013" y="-98709"/>
                <a:chExt cx="2817804" cy="3629133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44373">
                  <a:off x="1740448" y="233505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27686">
                  <a:off x="1246329" y="950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91054">
                  <a:off x="1833971" y="12911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275657">
                  <a:off x="106374" y="4370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39835">
                  <a:off x="1105839" y="1802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994554">
                  <a:off x="58013" y="1856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87868" y="306625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60309" y="24885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90029" flipV="1">
                  <a:off x="304181" y="118056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800000">
                <a:off x="2215998" y="569990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6428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群組 32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1928C08-A77A-5845-B3D8-D4739CAEF0D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" name="群組 17"/>
            <p:cNvGrpSpPr/>
            <p:nvPr/>
          </p:nvGrpSpPr>
          <p:grpSpPr>
            <a:xfrm>
              <a:off x="4763426" y="2272767"/>
              <a:ext cx="3433147" cy="3113670"/>
              <a:chOff x="3694175" y="460564"/>
              <a:chExt cx="3433147" cy="3113670"/>
            </a:xfrm>
          </p:grpSpPr>
          <p:grpSp>
            <p:nvGrpSpPr>
              <p:cNvPr id="19" name="群組 18"/>
              <p:cNvGrpSpPr/>
              <p:nvPr/>
            </p:nvGrpSpPr>
            <p:grpSpPr>
              <a:xfrm>
                <a:off x="3694175" y="460564"/>
                <a:ext cx="3433147" cy="2574937"/>
                <a:chOff x="4082429" y="737654"/>
                <a:chExt cx="3433147" cy="2574937"/>
              </a:xfrm>
            </p:grpSpPr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45034">
                  <a:off x="4618301" y="8937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81666" y="22845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8259">
                  <a:off x="4267158" y="15765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16402">
                  <a:off x="6075576" y="21059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92748">
                  <a:off x="5444710" y="7376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082429" y="25658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87670">
                  <a:off x="4869664" y="22707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893573" y="13150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206604" y="107806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6200000">
                <a:off x="5582393" y="253356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7929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611E174-5187-5B46-8172-1711A06DA982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578858" y="2255083"/>
              <a:ext cx="3491781" cy="2689834"/>
              <a:chOff x="7242545" y="352182"/>
              <a:chExt cx="3491781" cy="2689834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242545" y="352182"/>
                <a:ext cx="3491781" cy="2689834"/>
                <a:chOff x="7502026" y="1159824"/>
                <a:chExt cx="3491781" cy="2689834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26556" y="27483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502026" y="12410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26769">
                  <a:off x="9077369" y="15727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635544">
                  <a:off x="8076168" y="15464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558411">
                  <a:off x="9553807" y="30193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488419" y="11598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7812662" y="22925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83305">
                  <a:off x="8173965" y="31047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892870" y="280781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9236085" y="1482850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0792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A646C28-C96D-9741-B7DD-664C7F5D472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74810" y="1888683"/>
              <a:ext cx="3028338" cy="3422633"/>
              <a:chOff x="1669606" y="3372874"/>
              <a:chExt cx="3028338" cy="3422633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669606" y="3372874"/>
                <a:ext cx="2923540" cy="3422633"/>
                <a:chOff x="1420566" y="3075011"/>
                <a:chExt cx="2923540" cy="3422633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432192" y="34731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330949">
                  <a:off x="1259659" y="53287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021101" y="37125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76688">
                  <a:off x="3146701" y="36183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519079">
                  <a:off x="1420566" y="43542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36813">
                  <a:off x="3132099" y="54557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666005" y="48611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44218">
                  <a:off x="3302260" y="43387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408197" y="553540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>
                <a:off x="3258147" y="4943677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8318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6F3F52C-5263-4249-A449-C8A96D2F38B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79977" y="1862822"/>
              <a:ext cx="3600045" cy="3474356"/>
              <a:chOff x="5588576" y="3477346"/>
              <a:chExt cx="3600045" cy="347435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5588576" y="3477346"/>
                <a:ext cx="3600045" cy="3474356"/>
                <a:chOff x="5523178" y="3334263"/>
                <a:chExt cx="3600045" cy="3474356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5523178" y="3334263"/>
                  <a:ext cx="3600045" cy="3474356"/>
                  <a:chOff x="7131321" y="3515113"/>
                  <a:chExt cx="3600045" cy="3474356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309892" y="53011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73015">
                    <a:off x="7571231" y="48502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131321" y="40547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607242" y="44029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531103">
                    <a:off x="9291366" y="52109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246530">
                    <a:off x="9297241" y="391326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990633">
                    <a:off x="7339543" y="59476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734220">
                    <a:off x="7930733" y="395501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65597">
                  <a:off x="6570078" y="589048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8901614">
                <a:off x="7462279" y="5673869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42164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0A6A346-8DEA-9043-A60C-E0B56DDE602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914446" y="1864375"/>
              <a:ext cx="3131108" cy="3471249"/>
              <a:chOff x="472913" y="28089"/>
              <a:chExt cx="3131108" cy="347124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72913" y="28089"/>
                <a:ext cx="3131108" cy="3471249"/>
                <a:chOff x="106189" y="-98709"/>
                <a:chExt cx="3131108" cy="347124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78466">
                  <a:off x="1585407" y="22565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06189" y="10987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59907">
                  <a:off x="1810597" y="1368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-165332" y="23306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1519" y="16022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797297" y="2853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56098">
                  <a:off x="787868" y="306625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1776">
                  <a:off x="55156" y="5303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641033" flipV="1">
                  <a:off x="944663" y="227778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1743300" y="113971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0809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79641C9-3BD6-9F4C-B426-0F804B9F7FC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13518" y="2085958"/>
              <a:ext cx="3532963" cy="3028083"/>
              <a:chOff x="3859972" y="77724"/>
              <a:chExt cx="3532963" cy="3028083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859972" y="77724"/>
                <a:ext cx="3532963" cy="2998028"/>
                <a:chOff x="4081823" y="343000"/>
                <a:chExt cx="3532963" cy="2998028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24668">
                  <a:off x="4683415" y="9071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031278" y="19255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081823" y="9326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66888">
                  <a:off x="5533821" y="7411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67716">
                  <a:off x="4380593" y="16685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4399">
                  <a:off x="3866074" y="20407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10342" y="26973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74786" y="11763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38372">
                  <a:off x="5269137" y="205943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9435199">
                <a:off x="5663532" y="246426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4152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B8E42A2-FFE4-6542-8AF0-27F315A6EAA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904832" y="2228270"/>
              <a:ext cx="3129929" cy="3071509"/>
              <a:chOff x="8637302" y="314417"/>
              <a:chExt cx="3129929" cy="307150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8637302" y="314417"/>
                <a:ext cx="3129929" cy="3071509"/>
                <a:chOff x="7623982" y="1121282"/>
                <a:chExt cx="3129929" cy="307150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033297" y="31509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221471">
                  <a:off x="8087700" y="12289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294871" y="11212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623982" y="28421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33040" y="18208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96270">
                  <a:off x="8559301" y="14818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313911" y="2508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21090">
                  <a:off x="9270957" y="33298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49764">
                  <a:off x="8181831" y="271713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10604514" y="972690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9068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4446645-E249-9A47-B5AC-97116C0EB74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90092" y="2432759"/>
              <a:ext cx="3379815" cy="2830086"/>
              <a:chOff x="1704006" y="3864192"/>
              <a:chExt cx="3379815" cy="283008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704006" y="3864192"/>
                <a:ext cx="2927294" cy="2830086"/>
                <a:chOff x="1454966" y="3566329"/>
                <a:chExt cx="2927294" cy="283008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2898438" y="35663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454966" y="36701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862953" y="52305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36138">
                  <a:off x="3302997" y="39823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34145">
                  <a:off x="1912527" y="36884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76507">
                  <a:off x="1421986" y="45214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0792">
                  <a:off x="1404035" y="53545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6951">
                  <a:off x="2942260" y="46202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777092" y="534159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9350975">
                <a:off x="3644024" y="5595829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664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D719137-80F3-8448-A0D4-8246B15AFF0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32918" y="2366486"/>
              <a:ext cx="3294163" cy="2879113"/>
              <a:chOff x="5820767" y="4322473"/>
              <a:chExt cx="3294163" cy="2879113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5820767" y="4322473"/>
                <a:ext cx="3294163" cy="2879113"/>
                <a:chOff x="5799589" y="3631111"/>
                <a:chExt cx="3294163" cy="2879113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5799589" y="3631111"/>
                  <a:ext cx="3294163" cy="2865275"/>
                  <a:chOff x="7407732" y="3811961"/>
                  <a:chExt cx="3294163" cy="2865275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727747">
                    <a:off x="9199777" y="55093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705566">
                    <a:off x="7426795" y="46969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93355">
                    <a:off x="7818544" y="563538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049050">
                    <a:off x="9386043" y="42101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007496" y="43088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261895" y="49532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29293">
                    <a:off x="8844255" y="38741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501634">
                    <a:off x="7407732" y="4009019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722061" y="546837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562506">
                <a:off x="7027966" y="584971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5035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ACF9571-B8A0-C74F-8DF6-8F9F51258FE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40724" y="2037296"/>
              <a:ext cx="3346068" cy="3125407"/>
              <a:chOff x="180888" y="131040"/>
              <a:chExt cx="3346068" cy="3125407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80888" y="131040"/>
                <a:ext cx="3346068" cy="3125407"/>
                <a:chOff x="-185836" y="4242"/>
                <a:chExt cx="3346068" cy="3125407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40357">
                  <a:off x="-35809" y="20878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369337" y="4023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91086" y="23691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59907">
                  <a:off x="1704382" y="14845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496747">
                  <a:off x="1720232" y="22841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-185836" y="11268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21190">
                  <a:off x="584893" y="64098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4147" y="3712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016101" flipV="1">
                  <a:off x="300010" y="160623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6200000">
                <a:off x="1981766" y="1003804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4214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C500F9F-5C15-F440-8E9F-C7245D401E09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49900" y="1795510"/>
              <a:ext cx="3000128" cy="3608979"/>
              <a:chOff x="3745605" y="235377"/>
              <a:chExt cx="3000128" cy="360897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745605" y="235377"/>
                <a:ext cx="3000128" cy="3608979"/>
                <a:chOff x="4185251" y="155618"/>
                <a:chExt cx="3000128" cy="360897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825272">
                  <a:off x="4541357" y="10883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074948">
                  <a:off x="5854528" y="1951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246178" y="7747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75299" y="18452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95329">
                  <a:off x="5288552" y="5537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761291">
                  <a:off x="4815692" y="24840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7079">
                  <a:off x="4185251" y="26041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957550" y="27227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242812">
                  <a:off x="6143533" y="135654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739413">
                <a:off x="5282371" y="1099201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580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AA7F502-BF3E-AD46-BF0E-4423E62684F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27240" y="2306750"/>
              <a:ext cx="3030719" cy="2853020"/>
              <a:chOff x="8382721" y="624477"/>
              <a:chExt cx="3030719" cy="2853020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8382721" y="624477"/>
                <a:ext cx="3030689" cy="2853020"/>
                <a:chOff x="7682935" y="1185303"/>
                <a:chExt cx="3030689" cy="2853020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68859" y="24126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65682">
                  <a:off x="7977913" y="32364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671778" y="18567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7965852" y="19916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153432" y="11853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005468" y="29964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54425">
                  <a:off x="8578719" y="11921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682935" y="12869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55629">
                  <a:off x="9654965" y="298323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2374227">
                <a:off x="9973643" y="159414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3393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群組 32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452302C-251E-5C40-B8E4-EC6AB01A3B3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" name="群組 17"/>
            <p:cNvGrpSpPr/>
            <p:nvPr/>
          </p:nvGrpSpPr>
          <p:grpSpPr>
            <a:xfrm>
              <a:off x="4792770" y="2155765"/>
              <a:ext cx="3374460" cy="2888469"/>
              <a:chOff x="-487393" y="3662415"/>
              <a:chExt cx="3374460" cy="2888469"/>
            </a:xfrm>
          </p:grpSpPr>
          <p:grpSp>
            <p:nvGrpSpPr>
              <p:cNvPr id="19" name="群組 18"/>
              <p:cNvGrpSpPr/>
              <p:nvPr/>
            </p:nvGrpSpPr>
            <p:grpSpPr>
              <a:xfrm>
                <a:off x="-487393" y="3662415"/>
                <a:ext cx="3374460" cy="2888469"/>
                <a:chOff x="1602233" y="3236091"/>
                <a:chExt cx="3374460" cy="2888469"/>
              </a:xfrm>
            </p:grpSpPr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24484">
                  <a:off x="2690584" y="34628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278274" y="49076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429833">
                  <a:off x="3536693" y="53489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02233" y="54265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382869" y="36770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64043" y="39314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486326">
                  <a:off x="1459941" y="47192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37311">
                  <a:off x="3375694" y="36342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19166">
                  <a:off x="2826887" y="548086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9082846">
                <a:off x="958530" y="4911990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6591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3102892-3399-4E42-98CA-769C9A37BCA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929723" y="1902170"/>
              <a:ext cx="3380090" cy="3395659"/>
              <a:chOff x="6046233" y="3562245"/>
              <a:chExt cx="3380090" cy="339565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6046233" y="3562245"/>
                <a:ext cx="3380090" cy="2993227"/>
                <a:chOff x="5766985" y="3319343"/>
                <a:chExt cx="3380090" cy="2993227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5766985" y="3319343"/>
                  <a:ext cx="3380090" cy="2993227"/>
                  <a:chOff x="7375128" y="3500193"/>
                  <a:chExt cx="3380090" cy="2993227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846455" y="44493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418993" y="57295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93355">
                    <a:off x="8096215" y="38983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75088">
                    <a:off x="9400015" y="41053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255866">
                    <a:off x="7440957" y="465145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315218" y="54029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29293">
                    <a:off x="7375128" y="42327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464084">
                    <a:off x="8456655" y="5451573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570283" y="49624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7375566" y="591723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6807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A76B3C0-64AA-5E43-A9D7-44E6223B28E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58856" y="2149930"/>
              <a:ext cx="3374385" cy="2900139"/>
              <a:chOff x="153434" y="190603"/>
              <a:chExt cx="3374385" cy="290013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53434" y="190603"/>
                <a:ext cx="3356297" cy="2900139"/>
                <a:chOff x="-213290" y="63805"/>
                <a:chExt cx="3356297" cy="290013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714543" y="9151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02334">
                  <a:off x="1703007" y="3628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439877" y="23202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36100" y="17515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27054">
                  <a:off x="-17906" y="21959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36722">
                  <a:off x="-109039" y="14228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33175">
                  <a:off x="-213290" y="81061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25038" y="4619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 flipV="1">
                  <a:off x="1009129" y="72930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>
                <a:off x="2088022" y="1821923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6030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0CA6EA5-3027-4B47-A9C6-C835E01FE12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78783" y="2321851"/>
              <a:ext cx="3350349" cy="2556297"/>
              <a:chOff x="3790643" y="502744"/>
              <a:chExt cx="3350349" cy="2556297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790643" y="502744"/>
                <a:ext cx="3350349" cy="2556297"/>
                <a:chOff x="4037951" y="726855"/>
                <a:chExt cx="3350349" cy="2556297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869176">
                  <a:off x="4037951" y="9203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930951" y="7685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215963">
                  <a:off x="5789743" y="19347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60941">
                  <a:off x="4423336" y="17040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01725">
                  <a:off x="5948300" y="26305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076917" y="22413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147268" y="23596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348056">
                  <a:off x="4425932" y="26305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68407">
                  <a:off x="6153609" y="112500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939402">
                <a:off x="5466955" y="558961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4923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B18F966-4353-F544-8D40-864E8A45EE6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484005" y="2246562"/>
              <a:ext cx="3566224" cy="3006882"/>
              <a:chOff x="7129705" y="290541"/>
              <a:chExt cx="3566224" cy="3006882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129705" y="440736"/>
                <a:ext cx="3566224" cy="2856687"/>
                <a:chOff x="7389186" y="1248378"/>
                <a:chExt cx="3566224" cy="2856687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06285">
                  <a:off x="9644836" y="16614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4734">
                  <a:off x="8353842" y="32897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935936" y="26143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9515410" y="23125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152610" y="18496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76377">
                  <a:off x="7389186" y="18438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05191">
                  <a:off x="9522073" y="30632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54425">
                  <a:off x="8258275" y="19144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233262" y="124837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800000">
                <a:off x="8696333" y="290541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3934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EC28B43-7324-DA40-A7E7-C184C5453C0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61494" y="2023236"/>
              <a:ext cx="3034651" cy="3153528"/>
              <a:chOff x="1761312" y="3612967"/>
              <a:chExt cx="3034651" cy="3153528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761312" y="3612967"/>
                <a:ext cx="3034651" cy="3153528"/>
                <a:chOff x="1498611" y="3239820"/>
                <a:chExt cx="3034651" cy="3153528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403533">
                  <a:off x="2213837" y="3630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792347" y="5351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093262" y="55464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748356">
                  <a:off x="2574936" y="52104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97909">
                  <a:off x="1282076" y="37572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91992">
                  <a:off x="3185454" y="3637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69334">
                  <a:off x="1498611" y="50562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29292">
                  <a:off x="3270834" y="48905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671516" y="424345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8501898">
                <a:off x="3130976" y="4466104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4635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305241B-7345-4E40-86D4-CCFEBE56235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38718" y="1930282"/>
              <a:ext cx="3482563" cy="2921402"/>
              <a:chOff x="6532812" y="3677799"/>
              <a:chExt cx="3482563" cy="2921402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6532812" y="3677799"/>
                <a:ext cx="3190471" cy="2858393"/>
                <a:chOff x="5670966" y="3319343"/>
                <a:chExt cx="3190471" cy="2858393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5670966" y="3319343"/>
                  <a:ext cx="3153716" cy="2858393"/>
                  <a:chOff x="7279109" y="3500193"/>
                  <a:chExt cx="3153716" cy="2858393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808266" y="43081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586847" y="57148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75379">
                    <a:off x="8096215" y="38983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75088">
                    <a:off x="7930932" y="44537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390979" y="50205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650577">
                    <a:off x="7279109" y="52214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299401" y="39980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47310">
                    <a:off x="8752677" y="549843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625899">
                  <a:off x="7819591" y="383146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104073">
                <a:off x="8575578" y="5957660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20127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3B1143B-E435-B048-97C5-C53DB464ADF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977896" y="2217072"/>
              <a:ext cx="3004208" cy="2935424"/>
              <a:chOff x="472970" y="345564"/>
              <a:chExt cx="3004208" cy="2935424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72970" y="345564"/>
                <a:ext cx="3004208" cy="2935424"/>
                <a:chOff x="106246" y="218766"/>
                <a:chExt cx="3004208" cy="2935424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56525">
                  <a:off x="1626501" y="13798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91684">
                  <a:off x="-291907" y="10705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402701">
                  <a:off x="1670454" y="25104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06401">
                  <a:off x="1055622" y="7581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77990" y="2187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3827" y="19751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641568" y="3434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69323">
                  <a:off x="394094" y="59121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5342">
                  <a:off x="678515" y="224179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8226915">
                <a:off x="763579" y="169310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086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447552C-7DAF-A84F-A8D2-58307146B46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13400" y="1687468"/>
              <a:ext cx="3733199" cy="3584496"/>
              <a:chOff x="3674845" y="-165888"/>
              <a:chExt cx="3733199" cy="358449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674845" y="-165888"/>
                <a:ext cx="3733199" cy="3584496"/>
                <a:chOff x="3922153" y="58223"/>
                <a:chExt cx="3733199" cy="358449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86706">
                  <a:off x="4037951" y="9203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4807">
                  <a:off x="5032034" y="9493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789536" y="18197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76543">
                  <a:off x="5626195" y="4563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29435">
                  <a:off x="6215352" y="11991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21239">
                  <a:off x="6106761" y="2600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099122" y="21630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58082">
                  <a:off x="3922153" y="19699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58236">
                  <a:off x="6140066" y="209208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800000">
                <a:off x="4172744" y="2381089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8190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F197A46-718A-D44C-B86C-F4BC275B8F3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50380" y="1844604"/>
              <a:ext cx="3470312" cy="3624374"/>
              <a:chOff x="7511060" y="105312"/>
              <a:chExt cx="3470312" cy="3624374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511834" y="105312"/>
                <a:ext cx="3469538" cy="3624374"/>
                <a:chOff x="7794672" y="862409"/>
                <a:chExt cx="3469538" cy="3624374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00007">
                  <a:off x="9075614" y="11343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57711">
                  <a:off x="9075614" y="34449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17177">
                  <a:off x="8233262" y="28218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7893541" y="17079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281939" y="20583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12988">
                  <a:off x="9474457" y="27961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824210" y="16203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794672" y="24287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63413" y="126056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2794542">
                <a:off x="7511060" y="2282253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96920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F6178CE-F12E-3D44-9655-459FA972C83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114932" y="1765684"/>
              <a:ext cx="2730136" cy="3452081"/>
              <a:chOff x="2027466" y="3370376"/>
              <a:chExt cx="2730136" cy="3452081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2027466" y="3370376"/>
                <a:ext cx="2730136" cy="3452081"/>
                <a:chOff x="1778426" y="3072513"/>
                <a:chExt cx="2730136" cy="3452081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213837" y="3630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08804">
                  <a:off x="2292729" y="51504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21613">
                  <a:off x="1701607" y="54827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602774" y="34706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1977">
                  <a:off x="3185454" y="3637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068562" y="48140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987684" y="39551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032919">
                  <a:off x="1380273" y="47375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286154">
                  <a:off x="3055887" y="552913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1925632" y="4601187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407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BDB34E4-C938-AA44-AFA0-7F081E24121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34335" y="2128388"/>
              <a:ext cx="3691329" cy="3380433"/>
              <a:chOff x="5496064" y="3592912"/>
              <a:chExt cx="3691329" cy="3380433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5496064" y="3592912"/>
                <a:ext cx="3691329" cy="2695240"/>
                <a:chOff x="5484397" y="3512237"/>
                <a:chExt cx="3691329" cy="2695240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5484397" y="3512237"/>
                  <a:ext cx="3691329" cy="2695240"/>
                  <a:chOff x="7092540" y="3693087"/>
                  <a:chExt cx="3691329" cy="2695240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964887" y="47819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64725">
                    <a:off x="7478151" y="55974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380823" y="40912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245913" y="46592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423949">
                    <a:off x="9136219" y="57446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855124">
                    <a:off x="7646683" y="447898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343869" y="426773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092540" y="387242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701150" y="509351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6200000">
                <a:off x="6278486" y="593267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5387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608E690-1C8B-314A-8BC8-1783A2BA615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77363" y="2043485"/>
              <a:ext cx="3405274" cy="3297625"/>
              <a:chOff x="412772" y="230082"/>
              <a:chExt cx="3405274" cy="3297625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12772" y="230082"/>
                <a:ext cx="3405274" cy="3297625"/>
                <a:chOff x="46048" y="103284"/>
                <a:chExt cx="3405274" cy="3297625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011322" y="6983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86853">
                  <a:off x="853272" y="23590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106906">
                  <a:off x="689027" y="8477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06401">
                  <a:off x="1273426" y="9121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31443" y="1032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-121458" y="23096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048" y="4967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359704" y="221274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23832" flipV="1">
                  <a:off x="1829282" y="186404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606639">
                <a:off x="430082" y="1539224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7376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9A8B3C2-B5FC-E44A-89F9-5DD9C65FA696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47353" y="1668236"/>
              <a:ext cx="3465293" cy="3585856"/>
              <a:chOff x="3790227" y="-165888"/>
              <a:chExt cx="3465293" cy="358585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790227" y="-165888"/>
                <a:ext cx="3465293" cy="3585856"/>
                <a:chOff x="4037535" y="58223"/>
                <a:chExt cx="3465293" cy="358585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4807">
                  <a:off x="6062828" y="27146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593321">
                  <a:off x="6038073" y="20391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626195" y="4563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5376">
                  <a:off x="5943909" y="13334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21239">
                  <a:off x="4419179" y="26022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357803" y="24966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46669">
                  <a:off x="5020955" y="10189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037535" y="15449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79584">
                  <a:off x="4428155" y="186743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3959149" y="585651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119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931ED8E-972F-1D4F-8FE6-15BE4A754AC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07660" y="1976279"/>
              <a:ext cx="3105905" cy="3247441"/>
              <a:chOff x="7379674" y="54323"/>
              <a:chExt cx="3105905" cy="3247441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634060" y="54323"/>
                <a:ext cx="2851519" cy="3247441"/>
                <a:chOff x="7893541" y="861965"/>
                <a:chExt cx="2851519" cy="3247441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61097">
                  <a:off x="9075614" y="11343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400347">
                  <a:off x="9101177" y="25820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857548">
                  <a:off x="8207884" y="30675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83898">
                  <a:off x="7893541" y="17079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893292">
                  <a:off x="9169018" y="31742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379225">
                  <a:off x="9654592" y="16870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491056">
                  <a:off x="7565463" y="24179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703214" y="2769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99860" y="126011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8230487">
                <a:off x="7379674" y="2177727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7816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78CF971-E91C-3747-A9AB-C59855F1011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12434" y="2172165"/>
              <a:ext cx="3464419" cy="2855669"/>
              <a:chOff x="489459" y="3282126"/>
              <a:chExt cx="3464419" cy="285566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89459" y="3282126"/>
                <a:ext cx="3464419" cy="2855669"/>
                <a:chOff x="1395370" y="3387149"/>
                <a:chExt cx="3464419" cy="285566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403533">
                  <a:off x="2073186" y="33871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08804">
                  <a:off x="2922357" y="50893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87957" y="43768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314897" y="54334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30485">
                  <a:off x="3419789" y="37794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395370" y="55606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146327" y="43103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6385">
                  <a:off x="1466124" y="49266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33774">
                  <a:off x="2182742" y="520097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6200000">
                <a:off x="394963" y="3802670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0411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9A9742C-B986-DA49-83D9-E45C7BEBBEA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70116" y="2193361"/>
              <a:ext cx="3619768" cy="3319389"/>
              <a:chOff x="5554845" y="3565842"/>
              <a:chExt cx="3619768" cy="331938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5554845" y="3565842"/>
                <a:ext cx="3619768" cy="3319389"/>
                <a:chOff x="5543178" y="3485167"/>
                <a:chExt cx="3619768" cy="3319389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5543178" y="3485167"/>
                  <a:ext cx="3619768" cy="3319389"/>
                  <a:chOff x="7151321" y="3666017"/>
                  <a:chExt cx="3619768" cy="3319389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049683" y="45921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048005">
                    <a:off x="7285558" y="40641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633943" y="594355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92789">
                    <a:off x="7659313" y="45824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406459">
                    <a:off x="9331089" y="52292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08791">
                    <a:off x="8787660" y="38453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151321" y="55058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828951" y="572344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7598">
                  <a:off x="6701150" y="509351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2367482">
                <a:off x="6218472" y="379847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8244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10D04E5E-8146-D54D-A539-6D8AF22C848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48951" y="1884290"/>
              <a:ext cx="2891534" cy="3279931"/>
              <a:chOff x="411827" y="110039"/>
              <a:chExt cx="2891534" cy="3279931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11827" y="110039"/>
                <a:ext cx="2891534" cy="3279931"/>
                <a:chOff x="45103" y="-16759"/>
                <a:chExt cx="2891534" cy="3279931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04963">
                  <a:off x="1325590" y="17387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894791" y="22213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106906">
                  <a:off x="689027" y="8477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06401">
                  <a:off x="1273426" y="9121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55025" y="18684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37524">
                  <a:off x="1822869" y="15485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655812">
                  <a:off x="1694378" y="3813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103" y="515064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55793">
                  <a:off x="-39790" y="137837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800000">
                <a:off x="443929" y="232296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9851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AF2C549D-DA70-FD40-8F5D-F4B0FB3D410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15593" y="1993914"/>
              <a:ext cx="3118574" cy="3212172"/>
              <a:chOff x="3821963" y="207888"/>
              <a:chExt cx="3118574" cy="3212172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821963" y="207888"/>
                <a:ext cx="3118574" cy="3212172"/>
                <a:chOff x="4092421" y="456376"/>
                <a:chExt cx="3118574" cy="3212172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4807">
                  <a:off x="4424963" y="8579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092421" y="2504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15158">
                  <a:off x="5626195" y="4563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962">
                  <a:off x="5733344" y="14080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770995" y="21258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217320" y="25741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90278">
                  <a:off x="6140610" y="26267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75979">
                  <a:off x="4899933" y="11336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467135" y="1827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3753287" y="1419532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3646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34BADD7-D1A2-3748-9047-1D6EBEC4FC5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90478" y="1803643"/>
              <a:ext cx="3179043" cy="3592714"/>
              <a:chOff x="8216456" y="-19502"/>
              <a:chExt cx="3179043" cy="3592714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8216456" y="94352"/>
                <a:ext cx="3179043" cy="3478860"/>
                <a:chOff x="7693780" y="793119"/>
                <a:chExt cx="3179043" cy="3478860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432823" y="25064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775702" y="11912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194393" y="25271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817796" y="32127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18567">
                  <a:off x="7693780" y="2201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257796" y="20265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187773" y="1735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72418">
                  <a:off x="9559836" y="16273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8585">
                  <a:off x="8921013" y="323013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7988059">
                <a:off x="8214863" y="37962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8012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9CFC330-7C63-F947-8AA6-7B9937F8307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40949" y="2394099"/>
              <a:ext cx="3478101" cy="2853716"/>
              <a:chOff x="1630728" y="4013383"/>
              <a:chExt cx="3478101" cy="285371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630728" y="4013383"/>
                <a:ext cx="3478101" cy="2853716"/>
                <a:chOff x="1381688" y="3715520"/>
                <a:chExt cx="3478101" cy="285371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403533">
                  <a:off x="2291197" y="37333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759086" y="52184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922160" y="44549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40013">
                  <a:off x="3260324" y="54954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30485">
                  <a:off x="3419789" y="37794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88928">
                  <a:off x="1503371" y="49871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381688" y="41550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364439" y="55273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88154">
                  <a:off x="1514951" y="371552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>
                <a:off x="2314737" y="5770188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07343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D8F4598-987E-EA4D-8215-BCE8A33E947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62689" y="1902294"/>
              <a:ext cx="2971128" cy="3395411"/>
              <a:chOff x="6627742" y="3373354"/>
              <a:chExt cx="2971128" cy="3395411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6627742" y="3373354"/>
                <a:ext cx="2971128" cy="3395411"/>
                <a:chOff x="7401807" y="3412690"/>
                <a:chExt cx="2971128" cy="3395411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33662">
                  <a:off x="8846266" y="57662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71865" y="45604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73969" y="55309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92789">
                  <a:off x="8894648" y="45360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331089" y="52292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41891">
                  <a:off x="8230678" y="41900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401807" y="39392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999886" y="38108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93111">
                  <a:off x="7504544" y="580400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724440">
                <a:off x="6440145" y="5298823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0400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5355310-5AB2-6241-90F6-015AFDECADA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33740" y="1841658"/>
              <a:ext cx="3329510" cy="3030418"/>
              <a:chOff x="253854" y="41210"/>
              <a:chExt cx="3329510" cy="3030418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97104" y="41210"/>
                <a:ext cx="3186260" cy="3030418"/>
                <a:chOff x="30380" y="-85588"/>
                <a:chExt cx="3186260" cy="3030418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32679">
                  <a:off x="1776640" y="15453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17695">
                  <a:off x="352503" y="13993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8171">
                  <a:off x="418143" y="4743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17993" y="12081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44127">
                  <a:off x="792329" y="22653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46358" y="3125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0380" y="22327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01226">
                  <a:off x="1813875" y="3885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 flipV="1">
                  <a:off x="1556356" y="230113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8171558">
                <a:off x="253854" y="1063888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0072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1A48178-77C5-6B4D-96CF-B5BE8E3B8F5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593566" y="2117847"/>
              <a:ext cx="3426151" cy="2964306"/>
              <a:chOff x="3797713" y="245575"/>
              <a:chExt cx="3426151" cy="296430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797713" y="245575"/>
                <a:ext cx="3426151" cy="2964306"/>
                <a:chOff x="4068171" y="494063"/>
                <a:chExt cx="3426151" cy="296430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20242" y="24165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633786">
                  <a:off x="4091427" y="6361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430957" y="4940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162867" y="9597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081817" y="13680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6863">
                  <a:off x="5770995" y="21258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04812">
                  <a:off x="6054322" y="23923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068171" y="15078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137100" y="271727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826124">
                <a:off x="4253041" y="1562603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8685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E15FCB6-DBC3-CF46-9DC9-130D8508C41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19481" y="2187827"/>
              <a:ext cx="3173266" cy="3301905"/>
              <a:chOff x="7259054" y="246006"/>
              <a:chExt cx="3173266" cy="3301905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259054" y="246006"/>
                <a:ext cx="3173266" cy="3301905"/>
                <a:chOff x="7518535" y="1053648"/>
                <a:chExt cx="3173266" cy="3301905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753422">
                  <a:off x="9122560" y="2430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074819" y="29954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5366">
                  <a:off x="8851379" y="33137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8229508" y="11284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022652" y="1536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518535" y="13820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374491">
                  <a:off x="9649955" y="14518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75368">
                  <a:off x="7627087" y="23847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552888" y="314446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7717948" y="126834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8953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93336BD-A5CF-AB45-8E3A-A0DB4DAED1D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99191" y="1895851"/>
              <a:ext cx="3561618" cy="3434389"/>
              <a:chOff x="1508912" y="3361158"/>
              <a:chExt cx="3561618" cy="343438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508912" y="3361158"/>
                <a:ext cx="3561618" cy="3128750"/>
                <a:chOff x="1331623" y="3107662"/>
                <a:chExt cx="3561618" cy="3128750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22346">
                  <a:off x="2987875" y="44418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628175" y="55927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343062">
                  <a:off x="2008770" y="38759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549652" y="49372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068454" y="34296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70182">
                  <a:off x="1331623" y="40534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492484">
                  <a:off x="3091160" y="35058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900337">
                  <a:off x="3453241" y="52717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53700">
                  <a:off x="2695243" y="504772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8778083">
                <a:off x="1740855" y="5754878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3173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群組 19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EC1C99A-3D11-234D-961A-BF2007DB384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" name="群組 3"/>
            <p:cNvGrpSpPr/>
            <p:nvPr/>
          </p:nvGrpSpPr>
          <p:grpSpPr>
            <a:xfrm>
              <a:off x="5066523" y="2092722"/>
              <a:ext cx="3125901" cy="2726256"/>
              <a:chOff x="6420189" y="3470787"/>
              <a:chExt cx="3125901" cy="2726256"/>
            </a:xfrm>
          </p:grpSpPr>
          <p:grpSp>
            <p:nvGrpSpPr>
              <p:cNvPr id="5" name="群組 4"/>
              <p:cNvGrpSpPr/>
              <p:nvPr/>
            </p:nvGrpSpPr>
            <p:grpSpPr>
              <a:xfrm>
                <a:off x="6420189" y="3571055"/>
                <a:ext cx="3125901" cy="2625988"/>
                <a:chOff x="5934545" y="3573938"/>
                <a:chExt cx="3125901" cy="2625988"/>
              </a:xfrm>
            </p:grpSpPr>
            <p:grpSp>
              <p:nvGrpSpPr>
                <p:cNvPr id="7" name="群組 6"/>
                <p:cNvGrpSpPr/>
                <p:nvPr/>
              </p:nvGrpSpPr>
              <p:grpSpPr>
                <a:xfrm>
                  <a:off x="5934545" y="3573938"/>
                  <a:ext cx="2830247" cy="2579028"/>
                  <a:chOff x="7542688" y="3754788"/>
                  <a:chExt cx="2830247" cy="2579028"/>
                </a:xfrm>
              </p:grpSpPr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508589" y="56901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306813">
                    <a:off x="7685055" y="47823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996193">
                    <a:off x="9023045" y="415294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92789">
                    <a:off x="8894648" y="45360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9331089" y="52292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41891">
                    <a:off x="8230678" y="419003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172121" y="51721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542688" y="563172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57598">
                  <a:off x="7620446" y="555623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2821473">
                <a:off x="6267244" y="386991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9203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363B531-60E2-7F4A-9CB1-CD878CCDDA7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528556" y="1946757"/>
              <a:ext cx="3754483" cy="3306485"/>
              <a:chOff x="-21878" y="64731"/>
              <a:chExt cx="3754483" cy="3306485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-21878" y="64731"/>
                <a:ext cx="3754483" cy="3175411"/>
                <a:chOff x="-388602" y="-62067"/>
                <a:chExt cx="3754483" cy="3175411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07031">
                  <a:off x="175497" y="15997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01669" y="4609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875363">
                  <a:off x="199940" y="5105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05966" y="11309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021960" y="19883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81600">
                  <a:off x="1925881" y="16923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21522">
                  <a:off x="1704358" y="246965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054706" y="3360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33895" flipV="1">
                  <a:off x="-388602" y="126898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6200000">
                <a:off x="404529" y="2330547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6736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5C8F2DF-C69D-F944-A948-C6795CCD3D1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28308" y="1700094"/>
              <a:ext cx="3174512" cy="3275986"/>
              <a:chOff x="3845402" y="-165761"/>
              <a:chExt cx="3174512" cy="327598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845402" y="-165761"/>
                <a:ext cx="3174512" cy="3275986"/>
                <a:chOff x="4144354" y="95910"/>
                <a:chExt cx="3174512" cy="327598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63675">
                  <a:off x="5878866" y="25099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965506">
                  <a:off x="5251083" y="22329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32499">
                  <a:off x="5430957" y="4940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883152" y="16364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6863">
                  <a:off x="4199604" y="22418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684908">
                  <a:off x="5037389" y="9375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25772">
                  <a:off x="4144354" y="13018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584451" y="27282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875493" y="89815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2900262">
                <a:off x="3942864" y="478500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63301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0E3C9DC-8E3E-8843-9013-22F3815788B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09966" y="1965309"/>
              <a:ext cx="3399140" cy="3269381"/>
              <a:chOff x="7405458" y="120947"/>
              <a:chExt cx="3399140" cy="3269381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405458" y="120947"/>
                <a:ext cx="3399140" cy="3089699"/>
                <a:chOff x="7664939" y="928589"/>
                <a:chExt cx="3399140" cy="308969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559017" y="23014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664939" y="28539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5366">
                  <a:off x="7937672" y="23495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8229508" y="11284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022652" y="1536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795067" y="30427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671394">
                  <a:off x="9624079" y="12848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31028">
                  <a:off x="9716060" y="29764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673052" y="132674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8740836">
                <a:off x="7862637" y="2349659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1809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9C0FA07-7BD0-6043-B625-E28D8E18521F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61163" y="2071274"/>
              <a:ext cx="3518312" cy="3050904"/>
              <a:chOff x="1821821" y="3369230"/>
              <a:chExt cx="3518312" cy="3050904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2014438" y="3369230"/>
                <a:ext cx="3325695" cy="3050904"/>
                <a:chOff x="1583804" y="3107662"/>
                <a:chExt cx="3325695" cy="3050904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22346">
                  <a:off x="1965998" y="50716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2797044" y="53948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00509">
                  <a:off x="2045984" y="40177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30485">
                  <a:off x="3469499" y="52750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20511">
                  <a:off x="1462547" y="51167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70182">
                  <a:off x="2630858" y="34724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09476">
                  <a:off x="3091160" y="35058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83804" y="44075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057427" y="449723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393673">
                <a:off x="1821821" y="377787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330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A588338-63CD-2049-81B0-98F05DE3F51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227364" y="1817882"/>
              <a:ext cx="2911213" cy="3564236"/>
              <a:chOff x="6557381" y="3224904"/>
              <a:chExt cx="2911213" cy="356423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6557381" y="3224904"/>
                <a:ext cx="2911213" cy="3564236"/>
                <a:chOff x="6113283" y="3153598"/>
                <a:chExt cx="2911213" cy="3564236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6113283" y="3153598"/>
                  <a:ext cx="2517827" cy="3564236"/>
                  <a:chOff x="7721426" y="3334448"/>
                  <a:chExt cx="2517827" cy="3564236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306813">
                    <a:off x="7506211" y="484613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8721084" y="58568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92789">
                    <a:off x="8223467" y="51255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351226">
                    <a:off x="8617942" y="46460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230678" y="419003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0497">
                    <a:off x="7443989" y="37326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758798">
                    <a:off x="7323273" y="56824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61840">
                    <a:off x="8799253" y="383011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584496" y="499069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800000">
                <a:off x="6714443" y="5679578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6668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7D3DF1C-7CC7-FE42-B109-30B4580C3954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117657" y="1913994"/>
              <a:ext cx="2724686" cy="3372012"/>
              <a:chOff x="556976" y="96377"/>
              <a:chExt cx="2724686" cy="3372012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556976" y="96377"/>
                <a:ext cx="2724686" cy="3372012"/>
                <a:chOff x="190252" y="-30421"/>
                <a:chExt cx="2724686" cy="3372012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206858" y="242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293767">
                  <a:off x="122891" y="3677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18143">
                  <a:off x="-207901" y="10805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892966" y="6177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019640">
                  <a:off x="1203899" y="17575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28650" y="14805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30676" y="204718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515106">
                  <a:off x="1873092" y="6571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 flipV="1">
                  <a:off x="1597500" y="229974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7921609">
                <a:off x="710465" y="1924954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8086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B1EE081-09DA-9C4D-ADBD-7450FD9ED9B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97843" y="1866406"/>
              <a:ext cx="3429759" cy="3467187"/>
              <a:chOff x="3864558" y="35608"/>
              <a:chExt cx="3429759" cy="3467187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864558" y="35608"/>
                <a:ext cx="3429759" cy="3091582"/>
                <a:chOff x="4171986" y="152054"/>
                <a:chExt cx="3429759" cy="3091582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61745" y="18937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0241">
                  <a:off x="5238673" y="22702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958036" y="5915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962">
                  <a:off x="4280084" y="12010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11369">
                  <a:off x="4534903" y="21285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38092">
                  <a:off x="3773833" y="22017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919552" y="5502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092193" y="25488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15900">
                  <a:off x="5668961" y="127131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8656339">
                <a:off x="4071502" y="246212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2586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6C38A1E-7682-1A42-9605-82B7FED0B9B0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15019" y="2416914"/>
              <a:ext cx="3329961" cy="2997988"/>
              <a:chOff x="8622584" y="931986"/>
              <a:chExt cx="3329961" cy="2997988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8900623" y="965867"/>
                <a:ext cx="3051922" cy="2964107"/>
                <a:chOff x="8012157" y="1284854"/>
                <a:chExt cx="3051922" cy="2964107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8796718" y="29073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7102">
                  <a:off x="7897587" y="2659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55366">
                  <a:off x="7822864" y="21045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973070">
                  <a:off x="8370465" y="14159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8012157" y="29971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9022652" y="1536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337778" y="24602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24079" y="12848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31028">
                  <a:off x="9531858" y="320711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800000">
                <a:off x="8622584" y="93198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705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33453F47-7E97-B14B-B82A-D9E8BD5703D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96916" y="2327338"/>
              <a:ext cx="3166168" cy="2545323"/>
              <a:chOff x="1364445" y="3812086"/>
              <a:chExt cx="3166168" cy="2545323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364445" y="3812086"/>
                <a:ext cx="3166168" cy="2545323"/>
                <a:chOff x="1498765" y="3602100"/>
                <a:chExt cx="3166168" cy="2545323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522346">
                  <a:off x="2621259" y="36021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2797044" y="53948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7157">
                  <a:off x="3379609" y="4921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224933" y="54039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020511">
                  <a:off x="1501214" y="44678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970182">
                  <a:off x="1498765" y="38310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985186" y="52405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32353" y="55037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057427" y="449723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2979383">
                <a:off x="1755932" y="4320144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98934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89ECD589-B6E2-1646-BCAA-38C72DF0DD3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6317669D-BEBC-BC44-87A5-B7CF5489902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98281" y="1837403"/>
              <a:ext cx="3563437" cy="3295551"/>
              <a:chOff x="5651339" y="3076201"/>
              <a:chExt cx="3563437" cy="3295551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5651339" y="3076201"/>
                <a:ext cx="3563437" cy="3295551"/>
                <a:chOff x="5674986" y="3153598"/>
                <a:chExt cx="3563437" cy="3295551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5674986" y="3153598"/>
                  <a:ext cx="3563437" cy="3295551"/>
                  <a:chOff x="7283129" y="3334448"/>
                  <a:chExt cx="3563437" cy="3295551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737584" y="57820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76657">
                    <a:off x="8552781" y="59863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92789">
                    <a:off x="7283129" y="54453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003817">
                    <a:off x="9158998" y="55326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9406566" y="44979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0497">
                    <a:off x="7443989" y="37326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758798">
                    <a:off x="7876072" y="439543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61840">
                    <a:off x="8799253" y="383011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212213" y="5108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6200000">
                <a:off x="5911505" y="4643083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1231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EC3E0E41-6D16-2545-B0BC-AFB1F4FBD9E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812514" y="2255537"/>
              <a:ext cx="3071575" cy="3050227"/>
              <a:chOff x="258793" y="349541"/>
              <a:chExt cx="3071575" cy="3050227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258793" y="349541"/>
                <a:ext cx="3071575" cy="3001553"/>
                <a:chOff x="-28976" y="340038"/>
                <a:chExt cx="3071575" cy="3001553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07031">
                  <a:off x="175497" y="15997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-28976" y="11674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40330">
                  <a:off x="318080" y="3400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84686">
                  <a:off x="-207316" y="21370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22073">
                  <a:off x="725332" y="901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019640">
                  <a:off x="1203899" y="17575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728858" y="12232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02599" y="4261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 flipV="1">
                  <a:off x="1597500" y="229974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774405" y="2359099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033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CB5F5F62-4E13-2C47-8FC8-9AB331F7FE5E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43824" y="2217056"/>
              <a:ext cx="3755823" cy="2963050"/>
              <a:chOff x="3713877" y="343101"/>
              <a:chExt cx="3755823" cy="2963050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407779" y="343101"/>
                <a:ext cx="3061921" cy="2963050"/>
                <a:chOff x="4678237" y="591589"/>
                <a:chExt cx="3061921" cy="2963050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06787" y="16233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0241">
                  <a:off x="5238673" y="22702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687407" y="26329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76163">
                  <a:off x="4958036" y="5915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962">
                  <a:off x="4280084" y="12010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54889">
                  <a:off x="5911537" y="25127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89049" y="19384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092274">
                  <a:off x="5532580" y="10626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300158" y="90029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8124446">
                <a:off x="3713877" y="210811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3058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610D5C5-A1CF-934F-A7FC-E19FE8B0DCE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21169" y="1813717"/>
              <a:ext cx="3539001" cy="3572565"/>
              <a:chOff x="8323637" y="-98487"/>
              <a:chExt cx="3539001" cy="3572565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8323637" y="-98487"/>
                <a:ext cx="3539001" cy="3572565"/>
                <a:chOff x="7527333" y="618676"/>
                <a:chExt cx="3539001" cy="3572565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8460748" y="31493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200322" y="16595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51700">
                  <a:off x="7527333" y="15650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676113" y="10168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806184" y="2197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999216">
                  <a:off x="9454807" y="12913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26334" y="26271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31028">
                  <a:off x="7727902" y="30011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594273" y="327599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>
                <a:off x="8982841" y="649648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9984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558F87A-ADD4-DD43-9BFE-DD4CAC443B6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07711" y="2226877"/>
              <a:ext cx="3496157" cy="3136352"/>
              <a:chOff x="1474897" y="3720731"/>
              <a:chExt cx="3496157" cy="3136352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474897" y="3720731"/>
                <a:ext cx="3496157" cy="3136352"/>
                <a:chOff x="1225857" y="3422868"/>
                <a:chExt cx="3496157" cy="3136352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55899">
                  <a:off x="2208496" y="38210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2138017" y="50463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30816">
                  <a:off x="3282014" y="36061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7157">
                  <a:off x="3379609" y="49212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535195" y="53249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7636">
                  <a:off x="3447704" y="55173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21356">
                  <a:off x="1225857" y="446882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821029" y="44334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2461643" y="542481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9166782">
                <a:off x="1668362" y="4051053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185662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3E74B14-F396-3448-919E-A69040D1B7B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187345" y="1864455"/>
              <a:ext cx="2730239" cy="3315320"/>
              <a:chOff x="6576455" y="3234588"/>
              <a:chExt cx="2730239" cy="3315320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6576455" y="3234588"/>
                <a:ext cx="2730239" cy="3315320"/>
                <a:chOff x="6132357" y="3163282"/>
                <a:chExt cx="2730239" cy="3315320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6132357" y="3163282"/>
                  <a:ext cx="2730239" cy="3315320"/>
                  <a:chOff x="7740500" y="3344132"/>
                  <a:chExt cx="2730239" cy="3315320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190314">
                    <a:off x="7402920" y="561760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34278">
                    <a:off x="7506211" y="484613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129272" y="57536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3691">
                    <a:off x="9258830" y="56143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003817">
                    <a:off x="9030739" y="45146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917895">
                    <a:off x="8253586" y="39041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0497">
                    <a:off x="7342347" y="37422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030739" y="3906581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212213" y="5108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2780557">
                <a:off x="6561616" y="4237932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5356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8C4AEC8B-789F-3E4C-B26E-269D6C5DDB1D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698868" y="1877728"/>
              <a:ext cx="3389993" cy="3454511"/>
              <a:chOff x="154451" y="-45154"/>
              <a:chExt cx="3389993" cy="3454511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54451" y="22947"/>
                <a:ext cx="3389993" cy="3386410"/>
                <a:chOff x="-133318" y="13444"/>
                <a:chExt cx="3389993" cy="3386410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307031">
                  <a:off x="-133318" y="2141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-28976" y="11674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91824" y="868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84686">
                  <a:off x="1027887" y="4115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816675" y="1326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9908">
                  <a:off x="1358465" y="2000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1123107" y="23580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01227" y="187745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12808">
                  <a:off x="1873555" y="73450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310246" y="353974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2769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25E376F4-4B6B-1243-BD63-DF7BC59743D5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16056" y="1860124"/>
              <a:ext cx="3527888" cy="3479751"/>
              <a:chOff x="3469153" y="323048"/>
              <a:chExt cx="3527888" cy="3479751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811060" y="323048"/>
                <a:ext cx="3185981" cy="3479751"/>
                <a:chOff x="4402279" y="180296"/>
                <a:chExt cx="3185981" cy="3479751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051224" y="5784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238673" y="22702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61167">
                  <a:off x="5727976" y="10212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31962">
                  <a:off x="4757123" y="26182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53620" y="1324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04126" y="20635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092274">
                  <a:off x="5687993" y="16031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48260" y="25232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060506" y="82892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0800000">
                <a:off x="3469153" y="2739123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46636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EEAAE4E-7756-CE49-AE89-45313EBF8ADB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908611" y="1894445"/>
              <a:ext cx="2791564" cy="3411109"/>
              <a:chOff x="7847571" y="181092"/>
              <a:chExt cx="2791564" cy="341110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847571" y="181092"/>
                <a:ext cx="2791564" cy="3411109"/>
                <a:chOff x="7810260" y="780132"/>
                <a:chExt cx="2791564" cy="341110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8460748" y="31493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251543" y="15413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810261" y="15248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240088" y="17116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168787">
                  <a:off x="9559978" y="13307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38012">
                  <a:off x="9263987" y="25273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94522">
                  <a:off x="8530260" y="11782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744861">
                  <a:off x="9513519" y="30154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810260" y="312111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8099908">
                <a:off x="7874176" y="1718392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7947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506AEF6-0CF5-9C45-85A3-C8B2261887A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65126" y="2241082"/>
              <a:ext cx="3291088" cy="3000434"/>
              <a:chOff x="-199792" y="3589321"/>
              <a:chExt cx="3291088" cy="3000434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94374" y="3589321"/>
                <a:ext cx="2996922" cy="3000434"/>
                <a:chOff x="1599697" y="3443851"/>
                <a:chExt cx="2996922" cy="3000434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55899">
                  <a:off x="2360711" y="38445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2138017" y="50463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3051451" y="45271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7157">
                  <a:off x="1435068" y="38420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7636">
                  <a:off x="2790976" y="54024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2054003" y="34830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599697" y="42886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297383">
                  <a:off x="3156619" y="52000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050896" y="384907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358547">
                <a:off x="-199792" y="5556210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8740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13149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574591FD-39DE-014D-8DED-A3E70968C053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162932" y="1939931"/>
              <a:ext cx="2779059" cy="3320137"/>
              <a:chOff x="6243358" y="3592539"/>
              <a:chExt cx="2779059" cy="3320137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6328991" y="3592539"/>
                <a:ext cx="2693426" cy="3320137"/>
                <a:chOff x="6169170" y="3327578"/>
                <a:chExt cx="2693426" cy="3320137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6169170" y="3327578"/>
                  <a:ext cx="2693426" cy="3320137"/>
                  <a:chOff x="7777313" y="3508428"/>
                  <a:chExt cx="2693426" cy="3320137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64554">
                    <a:off x="7490949" y="47947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209048" y="57824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66333" y="39158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9030739" y="45146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917895">
                    <a:off x="7379160" y="39530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80497">
                    <a:off x="8935690" y="57867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876072" y="439543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61600">
                    <a:off x="9030739" y="3906581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212213" y="5108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6200000">
                <a:off x="5844230" y="5573341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264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824BD45-64C1-C742-A269-2C7DA895AE2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119902" y="1981467"/>
              <a:ext cx="2836197" cy="3237065"/>
              <a:chOff x="533801" y="-44214"/>
              <a:chExt cx="2836197" cy="3237065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533801" y="-44214"/>
                <a:ext cx="2836197" cy="3237065"/>
                <a:chOff x="246032" y="-53717"/>
                <a:chExt cx="2836197" cy="3237065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18622">
                  <a:off x="-133318" y="2141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11444">
                  <a:off x="268243" y="13849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91824" y="868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027887" y="4115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611162" y="3089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9908">
                  <a:off x="1358465" y="2000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42002">
                  <a:off x="1627736" y="21658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42229" y="10441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553457" flipV="1">
                  <a:off x="-152121" y="34443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>
                <a:off x="802293" y="2283937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0766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0661BBC5-DA7B-594F-AA9C-FC3A80B5F27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999082" y="1873191"/>
              <a:ext cx="3287619" cy="3102316"/>
              <a:chOff x="4030183" y="25333"/>
              <a:chExt cx="3287619" cy="310231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030183" y="25333"/>
                <a:ext cx="3287619" cy="3102316"/>
                <a:chOff x="4300641" y="273821"/>
                <a:chExt cx="3287619" cy="310231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115956" y="18657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40925">
                  <a:off x="5496194" y="23346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61167">
                  <a:off x="5804975" y="7900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300641" y="27324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7760">
                  <a:off x="4353620" y="1324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151167" y="1303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463239">
                  <a:off x="5842356" y="16549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48260" y="25232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481557" y="67197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4371256" y="2054903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7276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517A81E-4C38-ED44-ACED-60BAB53522F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934880" y="2067513"/>
              <a:ext cx="3226647" cy="3335076"/>
              <a:chOff x="7630370" y="124935"/>
              <a:chExt cx="3226647" cy="333507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7683585" y="124935"/>
                <a:ext cx="3173432" cy="3335076"/>
                <a:chOff x="7943066" y="932577"/>
                <a:chExt cx="3173432" cy="333507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9014616" y="32258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43284">
                  <a:off x="9676498" y="20069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810261" y="15248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8962228" y="17253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168787">
                  <a:off x="9559978" y="13307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38012">
                  <a:off x="9124845" y="2691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530260" y="11782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44913" y="24622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312257" y="324667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8151291">
                <a:off x="7630370" y="130522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7361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群組 1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99FBB2DC-CD69-6242-81F9-37CE88147F1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957286" y="1847387"/>
              <a:ext cx="3045428" cy="3505226"/>
              <a:chOff x="1788553" y="3290801"/>
              <a:chExt cx="3045428" cy="350522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1788553" y="3302371"/>
                <a:ext cx="3045428" cy="3493656"/>
                <a:chOff x="1543535" y="3114990"/>
                <a:chExt cx="3045428" cy="3493656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287686">
                  <a:off x="1543535" y="54301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536475" y="38161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7157">
                  <a:off x="1588502" y="40628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270053" y="55667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80466">
                  <a:off x="3253743" y="53134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3148963" y="46563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625764" y="46239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2384716" y="52363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36590">
                  <a:off x="3259990" y="351314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8736936">
                <a:off x="1950649" y="3689929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6671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9E46CC8-7D91-4346-A5CF-70A977F158E7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kumimoji="1"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96782" y="2050691"/>
              <a:ext cx="3366435" cy="3456518"/>
              <a:chOff x="6135516" y="3490425"/>
              <a:chExt cx="3366435" cy="3456518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6135516" y="3490425"/>
                <a:ext cx="3366435" cy="3456518"/>
                <a:chOff x="5691418" y="3419119"/>
                <a:chExt cx="3366435" cy="3456518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6253906" y="3419119"/>
                  <a:ext cx="2803947" cy="3456518"/>
                  <a:chOff x="7862049" y="3599969"/>
                  <a:chExt cx="2803947" cy="3456518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64554">
                    <a:off x="7490949" y="47947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862049" y="58852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8466333" y="39158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9262318" y="42866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24525">
                    <a:off x="8820354" y="60146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323335">
                    <a:off x="9225996" y="49076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31249">
                    <a:off x="8636732" y="54517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61600">
                    <a:off x="7821061" y="399812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08769">
                  <a:off x="5691418" y="391260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6200000">
                <a:off x="6169434" y="5210445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9255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425B9BA7-2A96-A449-95A0-D30C380797C1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+</a:t>
              </a:r>
              <a:endPara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28902" y="2161904"/>
              <a:ext cx="3403709" cy="3138439"/>
              <a:chOff x="172099" y="295434"/>
              <a:chExt cx="3403709" cy="313843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292287" y="295434"/>
                <a:ext cx="3283521" cy="3138439"/>
                <a:chOff x="4518" y="285931"/>
                <a:chExt cx="3283521" cy="313843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36345" y="19740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835026">
                  <a:off x="1478222" y="10832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38250">
                  <a:off x="691824" y="868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478391" y="23825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1404324" y="17658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09908">
                  <a:off x="4518" y="24024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042002">
                  <a:off x="1848039" y="2859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222748" y="38056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06657" y="153582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>
                <a:off x="172099" y="674433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4366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B2FBDEA9-67EA-D941-8EBC-A0AE7D585C6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+</a:t>
              </a:r>
              <a:endPara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593042" y="1988983"/>
              <a:ext cx="3474533" cy="3558694"/>
              <a:chOff x="3472824" y="96908"/>
              <a:chExt cx="3474533" cy="3558694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3472824" y="254583"/>
                <a:ext cx="3474533" cy="3401019"/>
                <a:chOff x="3770442" y="539924"/>
                <a:chExt cx="3474533" cy="340101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459455">
                  <a:off x="4541541" y="23550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31844">
                  <a:off x="5470735" y="20776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804975" y="7900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770442" y="19470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390069">
                  <a:off x="5095238" y="28990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07760">
                  <a:off x="4353620" y="13249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151167" y="1303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140283" y="16787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63221">
                  <a:off x="5242465" y="53992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8395560">
                <a:off x="3881436" y="49603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7909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756D952B-BBB9-E24D-B5A8-66CD2238DA1C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+</a:t>
              </a:r>
              <a:endPara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702088" y="2118040"/>
              <a:ext cx="3429869" cy="2963919"/>
              <a:chOff x="9207031" y="548190"/>
              <a:chExt cx="3429869" cy="2963919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9366271" y="548190"/>
                <a:ext cx="3270629" cy="2963919"/>
                <a:chOff x="7806184" y="1082847"/>
                <a:chExt cx="3270629" cy="2963919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46198">
                  <a:off x="7600052" y="15623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05434">
                  <a:off x="8326396" y="13312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9024103" y="14810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08951">
                  <a:off x="7806184" y="2197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9659434" y="21651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938012">
                  <a:off x="9124845" y="26919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8357754" y="31870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88995">
                  <a:off x="9619741" y="30049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9636813" y="123509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13285505">
                <a:off x="9207031" y="2458636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07033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68FF2AB-C55B-B74D-B075-5AA9600BC09A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+</a:t>
              </a:r>
              <a:endPara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4911148" y="1861178"/>
              <a:ext cx="3137703" cy="3778873"/>
              <a:chOff x="485671" y="3563993"/>
              <a:chExt cx="3137703" cy="3778873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485671" y="3563993"/>
                <a:ext cx="3137703" cy="3778873"/>
                <a:chOff x="1543535" y="3113252"/>
                <a:chExt cx="3137703" cy="3778873"/>
              </a:xfrm>
            </p:grpSpPr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2401038" y="37002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8" name="圖片 7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1543535" y="54301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1474593" y="35114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0" name="圖片 9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52029">
                  <a:off x="1282742" y="40953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1" name="圖片 10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3241238" y="49529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641347">
                  <a:off x="2143465" y="58502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21630">
                  <a:off x="3095041" y="46356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72504">
                  <a:off x="2629412" y="50606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536590">
                  <a:off x="3259990" y="351314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5400000">
                <a:off x="670149" y="5201332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9542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DF9CCC6F-F275-2D49-B845-93FBB8A72778}"/>
                </a:ext>
              </a:extLst>
            </p:cNvPr>
            <p:cNvSpPr txBox="1"/>
            <p:nvPr/>
          </p:nvSpPr>
          <p:spPr>
            <a:xfrm>
              <a:off x="4320000" y="1440000"/>
              <a:ext cx="4320000" cy="432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+</a:t>
              </a:r>
              <a:endParaRPr kumimoji="1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5100257" y="2005257"/>
              <a:ext cx="3090058" cy="3189486"/>
              <a:chOff x="6565057" y="3706652"/>
              <a:chExt cx="3090058" cy="3189486"/>
            </a:xfrm>
          </p:grpSpPr>
          <p:grpSp>
            <p:nvGrpSpPr>
              <p:cNvPr id="4" name="群組 3"/>
              <p:cNvGrpSpPr/>
              <p:nvPr/>
            </p:nvGrpSpPr>
            <p:grpSpPr>
              <a:xfrm>
                <a:off x="6646242" y="3706652"/>
                <a:ext cx="3008873" cy="3189486"/>
                <a:chOff x="6048980" y="3300436"/>
                <a:chExt cx="3008873" cy="3189486"/>
              </a:xfrm>
            </p:grpSpPr>
            <p:grpSp>
              <p:nvGrpSpPr>
                <p:cNvPr id="6" name="群組 5"/>
                <p:cNvGrpSpPr/>
                <p:nvPr/>
              </p:nvGrpSpPr>
              <p:grpSpPr>
                <a:xfrm>
                  <a:off x="6048980" y="3300436"/>
                  <a:ext cx="3008873" cy="3189486"/>
                  <a:chOff x="7657123" y="3481286"/>
                  <a:chExt cx="3008873" cy="3189486"/>
                </a:xfrm>
              </p:grpSpPr>
              <p:pic>
                <p:nvPicPr>
                  <p:cNvPr id="9" name="圖片 8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258970" y="56289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0" name="圖片 9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98102">
                    <a:off x="7705739" y="50886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1" name="圖片 10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8465373" y="39012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2" name="圖片 11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30894">
                    <a:off x="8786015" y="45811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3" name="圖片 12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519539" y="38794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4" name="圖片 13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323335">
                    <a:off x="9225996" y="49076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5" name="圖片 14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8434055" y="56033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1441F57-43E8-2641-B13C-DD570C7B65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269870">
                    <a:off x="9195810" y="3959834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C1441F57-43E8-2641-B13C-DD570C7B65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08769">
                  <a:off x="7485942" y="577952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C1441F57-43E8-2641-B13C-DD570C7B653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045" t="13818" r="63955" b="60956"/>
              <a:stretch/>
            </p:blipFill>
            <p:spPr>
              <a:xfrm rot="7799495">
                <a:off x="6165929" y="4608320"/>
                <a:ext cx="1439797" cy="64154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598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100</Words>
  <Application>Microsoft Macintosh PowerPoint</Application>
  <PresentationFormat>寬螢幕</PresentationFormat>
  <Paragraphs>100</Paragraphs>
  <Slides>100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100</vt:i4>
      </vt:variant>
    </vt:vector>
  </HeadingPairs>
  <TitlesOfParts>
    <vt:vector size="106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Hao-Lun Fu</dc:creator>
  <cp:lastModifiedBy>Microsoft Office User</cp:lastModifiedBy>
  <cp:revision>16</cp:revision>
  <dcterms:created xsi:type="dcterms:W3CDTF">2022-01-16T08:49:09Z</dcterms:created>
  <dcterms:modified xsi:type="dcterms:W3CDTF">2022-01-20T10:39:43Z</dcterms:modified>
</cp:coreProperties>
</file>