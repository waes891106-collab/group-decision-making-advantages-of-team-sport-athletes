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5"/>
    <p:restoredTop sz="94764"/>
  </p:normalViewPr>
  <p:slideViewPr>
    <p:cSldViewPr snapToGrid="0" snapToObjects="1" showGuides="1">
      <p:cViewPr varScale="1">
        <p:scale>
          <a:sx n="113" d="100"/>
          <a:sy n="113" d="100"/>
        </p:scale>
        <p:origin x="184" y="9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119CB-3A9F-FF40-8FC3-7295CA97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0011D3-188F-2149-A365-C228C614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134A8F-02F0-1244-B6D2-E0AB85F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882C4-DF27-D846-A372-EABF9878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66AE6-E9BF-614C-8A12-B9E8576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2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B71A4-D1F6-CC45-B4EE-672379AD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0D534-C68C-6048-9CF4-45252D7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D0803-8161-8C40-B10B-2722CA9A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BD775-9641-5B4A-A37F-11674F2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EAAF20-2E32-2249-AAC4-A6133661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8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30ED4C-7E1B-EF4C-BE9F-9F65E31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E5896-D5F3-5145-B6D3-7E6630D37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AF359-AED2-E34D-BB44-2F90443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4A1FD-2261-0043-9579-543B734D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602591-080B-074F-BC1F-D334F82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77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0BFA2-7E07-6746-A9CF-878CA95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E6540-D279-4643-A232-253D5A70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D724FB-36E3-084C-A34A-2E415A62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DC2D1-62CD-9D4C-9CFA-3554AC3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F6F828-28D5-334A-958F-F96078BF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731E60-B079-5541-82C3-441AFD85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678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0F037-D0F9-C348-B6A4-AE431AD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80037-4B06-4948-ABA3-8E8302E2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A1C9-E1A8-0C4B-837F-101315AF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DE51A-0CDB-3B4D-B1E9-FBC4CD29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9D9818-8F55-F945-BCE2-E0F0EA635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C34C0-E3E2-2D4E-B0EE-55EDE24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A090DF-3EEC-6F48-98B1-377C9F80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DD677-6E6C-534F-B370-9D4DC6A0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0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541AC-262F-B246-9B67-20A3879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CF924A-6D4D-7149-ADF9-96525139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B0BF5E-F42E-BD42-83DC-7B4050AD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08DA23-E46D-6B42-AFBE-9933674E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94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6202C9-2235-6840-9FDE-A39E0282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02638C-3224-7242-B7B0-72E8941D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79102-F959-EF4C-B67D-4333E91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6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4E58C-BEC5-DB41-AEBC-4D9CF82E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AB1B4A-C366-4343-B94A-FA352FA0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334D2-D98A-9742-BB04-BEFA63FC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956EAA-B2FB-6F43-AF78-80FAFD52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A37126-FD87-DB43-B94A-F185F17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D561A8-1338-6248-8770-77B945E5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5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5B4E9-0A09-764A-932A-1964B9AE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6AC4F5-96BA-8247-893F-D7A23BCBC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ACF5CB-408A-0C4C-A57F-BE48E4DD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A68F4-7B90-6841-B87B-720AE8B1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382FB5-C197-D540-B93C-FB7E264E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23FEA8-CEF6-6244-894C-FA20E59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737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D384A-4F5E-624D-BA76-9317C2A3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8B9E1-54A7-B445-AC88-2654557B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C26AC2-2E26-1842-B879-BD8FEBA7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28C254-3684-BC41-9DCA-E6BBA7A6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1A453-44D7-1241-8B79-E7399441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99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6137B2-3FC2-484A-9819-D0FCB15D5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A0DD5-BF15-1747-9E80-247C8356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02A59-FB8C-6549-ABF8-18DC3A8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E9EA3-A9D7-834A-AE6D-FFFA18F0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5513A0-491C-F947-AE31-7C40396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9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5D540B-B96E-0C4A-8BBA-F1C696ED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B34DA-32A3-924E-85BB-C4699BB3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2E15-9616-674F-A44B-A8C60DE06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55B0-BAE2-C84E-A52B-A0516C57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B0F006-ADC2-D945-9AD7-9E57E04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554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E442FABC-7481-F14D-9C41-9A2B8321B9C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DC1281AA-9E40-A14E-89D9-FD33DA6A4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575249A-312D-644D-ABA0-62D1AFDB879F}"/>
                </a:ext>
              </a:extLst>
            </p:cNvPr>
            <p:cNvGrpSpPr/>
            <p:nvPr/>
          </p:nvGrpSpPr>
          <p:grpSpPr>
            <a:xfrm>
              <a:off x="5276960" y="1917130"/>
              <a:ext cx="2966373" cy="3365740"/>
              <a:chOff x="1253600" y="242046"/>
              <a:chExt cx="2966373" cy="336574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52F555D4-D5B3-D44E-9E2E-94F7957C8A52}"/>
                  </a:ext>
                </a:extLst>
              </p:cNvPr>
              <p:cNvGrpSpPr/>
              <p:nvPr/>
            </p:nvGrpSpPr>
            <p:grpSpPr>
              <a:xfrm>
                <a:off x="1253600" y="242046"/>
                <a:ext cx="2966373" cy="3262071"/>
                <a:chOff x="403580" y="-109008"/>
                <a:chExt cx="2966373" cy="3262071"/>
              </a:xfrm>
              <a:noFill/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103572B-25E4-3943-AAA5-4BAE53D502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60081" y="1497506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D04B75FD-1BDE-C548-8632-B47EFD0336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23310">
                  <a:off x="1195986" y="792251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9BFAE70-3AB2-EA4F-82EF-CDFCB330E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31333">
                  <a:off x="749229" y="2111216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7D4870C-9A4D-C344-BB06-8E27A280E8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11449">
                  <a:off x="96411" y="1568387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11E400D-9F82-7649-9D27-12156B2498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04980">
                  <a:off x="28047" y="626241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FD5FE89-79DB-B841-8508-44A249194D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27" y="2107705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C73F3DA-2191-1E42-8370-AAD8EC07AF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09082">
                  <a:off x="1478225" y="352626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13C88C42-9A5A-6E4C-A266-323B985A0E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929953" y="1089250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A790FC47-5C21-174F-BCE1-88C7C9AEEE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 flipV="1">
                  <a:off x="724382" y="289145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111BCF5E-FB99-D847-BD71-00DEEA6D56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117985">
                <a:off x="2423959" y="2564190"/>
                <a:ext cx="1440000" cy="647191"/>
              </a:xfrm>
              <a:prstGeom prst="rect">
                <a:avLst/>
              </a:prstGeom>
              <a:noFill/>
            </p:spPr>
          </p:pic>
        </p:grpSp>
      </p:grpSp>
    </p:spTree>
    <p:extLst>
      <p:ext uri="{BB962C8B-B14F-4D97-AF65-F5344CB8AC3E}">
        <p14:creationId xmlns:p14="http://schemas.microsoft.com/office/powerpoint/2010/main" val="378536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3037BC7-4945-104B-B1AB-949FC2B110A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8D9A3B0-0FFA-2A41-9095-0F858BD142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6191B42-B3E0-B444-9D32-B83077291650}"/>
                </a:ext>
              </a:extLst>
            </p:cNvPr>
            <p:cNvGrpSpPr/>
            <p:nvPr/>
          </p:nvGrpSpPr>
          <p:grpSpPr>
            <a:xfrm>
              <a:off x="4881153" y="1876599"/>
              <a:ext cx="3197694" cy="3541401"/>
              <a:chOff x="4545875" y="289832"/>
              <a:chExt cx="3197694" cy="3541401"/>
            </a:xfrm>
            <a:noFill/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981D6CA-4E00-B042-B14C-F2F090AD319D}"/>
                  </a:ext>
                </a:extLst>
              </p:cNvPr>
              <p:cNvGrpSpPr/>
              <p:nvPr/>
            </p:nvGrpSpPr>
            <p:grpSpPr>
              <a:xfrm>
                <a:off x="4545875" y="289832"/>
                <a:ext cx="3197694" cy="3541401"/>
                <a:chOff x="4293600" y="377420"/>
                <a:chExt cx="3197694" cy="3541401"/>
              </a:xfrm>
              <a:grpFill/>
            </p:grpSpPr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8441893D-875A-F44B-90EC-341C0C14F67F}"/>
                    </a:ext>
                  </a:extLst>
                </p:cNvPr>
                <p:cNvSpPr/>
                <p:nvPr/>
              </p:nvSpPr>
              <p:spPr>
                <a:xfrm>
                  <a:off x="4293600" y="486326"/>
                  <a:ext cx="3033656" cy="3033656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dirty="0"/>
                    <a:t>=</a:t>
                  </a:r>
                  <a:endParaRPr kumimoji="1" lang="zh-TW" altLang="en-US" dirty="0"/>
                </a:p>
              </p:txBody>
            </p:sp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73A10F7-57D4-2C44-BB48-C8E914BE54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2438">
                  <a:off x="4237106" y="921831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0773406-3DC2-F841-9AE5-7A262B1311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300768" y="2876974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3C41F08-D1B1-AF44-B145-136E32918F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75314">
                  <a:off x="4933891" y="2259802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A8DF9217-9B9F-1E4A-A146-BDD283EDDA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621672">
                  <a:off x="4776606" y="1026585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2F56648-77BE-5745-8306-371719BD2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81479" y="2421381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A1B3DEC-1E44-8548-81FA-4326C72BF5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48048">
                  <a:off x="6051294" y="1753829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C80C760-6529-324B-B93D-E7A8680665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18816" y="1451144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25C2898B-07DF-7F42-873E-8BD3CF3ED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50440">
                  <a:off x="5417854" y="775573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1367C37C-94A0-634E-BE5F-37DCC7D73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07100" y="2778629"/>
                  <a:ext cx="1440000" cy="643693"/>
                </a:xfrm>
                <a:prstGeom prst="rect">
                  <a:avLst/>
                </a:prstGeom>
                <a:grpFill/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FF29EFFF-31AA-AF4E-8E95-1C9FAC7A61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117985">
                <a:off x="6177278" y="1213991"/>
                <a:ext cx="1440000" cy="647191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252291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BA56D43-EE3B-C24D-AD4C-19AA45D54D3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17D1311-62D6-FF48-ADA0-992506541E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233BC4F8-7F89-BB4B-9328-94B92BC126F5}"/>
                </a:ext>
              </a:extLst>
            </p:cNvPr>
            <p:cNvGrpSpPr/>
            <p:nvPr/>
          </p:nvGrpSpPr>
          <p:grpSpPr>
            <a:xfrm>
              <a:off x="4518633" y="1981025"/>
              <a:ext cx="3562489" cy="3237950"/>
              <a:chOff x="7975065" y="298741"/>
              <a:chExt cx="3562489" cy="3237950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75A296D8-5F29-4349-90C6-FAD8EBFD817C}"/>
                  </a:ext>
                </a:extLst>
              </p:cNvPr>
              <p:cNvGrpSpPr/>
              <p:nvPr/>
            </p:nvGrpSpPr>
            <p:grpSpPr>
              <a:xfrm>
                <a:off x="7975065" y="473330"/>
                <a:ext cx="3562489" cy="3063361"/>
                <a:chOff x="7431909" y="1043205"/>
                <a:chExt cx="3562489" cy="3063361"/>
              </a:xfrm>
              <a:noFill/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4247BEF-3785-8B4E-B4F0-BF32F813C4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90600">
                  <a:off x="7431909" y="1732956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2BAC5B5-7BE7-D64F-8C7A-013EF18397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37482">
                  <a:off x="7830075" y="3055062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A485235-3862-A040-AA74-CBCBBA78A4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44935">
                  <a:off x="8985275" y="2424892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1C8606B-2836-2D42-B070-73541BF6B2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850454" y="1043205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7F8C6F7-808B-334C-8964-8063C2CFDC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30270">
                  <a:off x="8758737" y="1357908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7C0B30A-6296-BC43-8E05-9267BE80FA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16938">
                  <a:off x="8386610" y="3064719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87DA37D-E592-F04A-9092-A98D99F539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81371">
                  <a:off x="9476184" y="3026628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53D4E82-E0CD-144E-8BC2-CF6218E66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554398" y="2005347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A1C1ACE3-FCDC-7042-AE53-73CB863411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16565">
                  <a:off x="8038186" y="2183625"/>
                  <a:ext cx="1440000" cy="64369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EF429EBB-7E63-2640-B96D-35B379F7B2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903949">
                <a:off x="9900326" y="695145"/>
                <a:ext cx="1440000" cy="647191"/>
              </a:xfrm>
              <a:prstGeom prst="rect">
                <a:avLst/>
              </a:prstGeom>
              <a:noFill/>
            </p:spPr>
          </p:pic>
        </p:grpSp>
      </p:grpSp>
    </p:spTree>
    <p:extLst>
      <p:ext uri="{BB962C8B-B14F-4D97-AF65-F5344CB8AC3E}">
        <p14:creationId xmlns:p14="http://schemas.microsoft.com/office/powerpoint/2010/main" val="172481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3B978F5-8706-D240-92FB-805A4C8C64A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D4F6663-83E0-CB44-BBF5-4A3CBDA3242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0FB80D0D-EEA0-F84A-A83E-1C1197296F73}"/>
                </a:ext>
              </a:extLst>
            </p:cNvPr>
            <p:cNvGrpSpPr/>
            <p:nvPr/>
          </p:nvGrpSpPr>
          <p:grpSpPr>
            <a:xfrm>
              <a:off x="4739408" y="1984040"/>
              <a:ext cx="3481184" cy="3231919"/>
              <a:chOff x="1585496" y="3751975"/>
              <a:chExt cx="3481184" cy="3231919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5A0043A1-5371-0D47-BE77-E73791C0D412}"/>
                  </a:ext>
                </a:extLst>
              </p:cNvPr>
              <p:cNvGrpSpPr/>
              <p:nvPr/>
            </p:nvGrpSpPr>
            <p:grpSpPr>
              <a:xfrm>
                <a:off x="1585496" y="3751975"/>
                <a:ext cx="3481184" cy="2935383"/>
                <a:chOff x="1478225" y="3344300"/>
                <a:chExt cx="3481184" cy="2935383"/>
              </a:xfrm>
              <a:noFill/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F188556-DB29-F94D-AB52-54EEC2CF5C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795632" y="4514960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10D8D48-954F-7843-8976-55BAC0905D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478225" y="3818131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7739583-547F-C442-A720-817AED4CEA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04889">
                  <a:off x="3188058" y="5237836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6042480-9348-6046-80CC-5487B4B1BC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90322">
                  <a:off x="1439792" y="4508041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03CC8B3-D177-144B-9366-FB878C060F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69355">
                  <a:off x="1984121" y="5160073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96A2738-9BAE-0E4D-9E78-426DC72D33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18885">
                  <a:off x="3519409" y="4090166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92EE731-2A2B-7448-8C74-2F3A47F334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60990">
                  <a:off x="2846847" y="3742453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45858D4-3EA6-364A-8A8F-B3FDBFD387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47198" y="5519657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B46F9AFE-0AAF-934C-AFF3-DC312212E9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85438" y="3772213"/>
                  <a:ext cx="1440000" cy="643693"/>
                </a:xfrm>
                <a:prstGeom prst="rect">
                  <a:avLst/>
                </a:prstGeom>
                <a:grpFill/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9073E642-CC51-1C4C-B60C-62CB80C233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589735">
                <a:off x="3232907" y="5940298"/>
                <a:ext cx="1440000" cy="647191"/>
              </a:xfrm>
              <a:prstGeom prst="rect">
                <a:avLst/>
              </a:prstGeom>
              <a:noFill/>
            </p:spPr>
          </p:pic>
        </p:grpSp>
      </p:grpSp>
    </p:spTree>
    <p:extLst>
      <p:ext uri="{BB962C8B-B14F-4D97-AF65-F5344CB8AC3E}">
        <p14:creationId xmlns:p14="http://schemas.microsoft.com/office/powerpoint/2010/main" val="10728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2F3397BE-EA41-0048-AB25-5F5B7EB225D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B4F53EA-90A7-BE4F-81D9-B152DC210F7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7B2F4579-C202-A04A-A707-66972372EA83}"/>
                </a:ext>
              </a:extLst>
            </p:cNvPr>
            <p:cNvGrpSpPr/>
            <p:nvPr/>
          </p:nvGrpSpPr>
          <p:grpSpPr>
            <a:xfrm>
              <a:off x="4395642" y="1828966"/>
              <a:ext cx="3400715" cy="2908396"/>
              <a:chOff x="6197887" y="3657766"/>
              <a:chExt cx="3400715" cy="2908396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59804D72-2FF7-1043-BFEA-F5817B888A4E}"/>
                  </a:ext>
                </a:extLst>
              </p:cNvPr>
              <p:cNvGrpSpPr/>
              <p:nvPr/>
            </p:nvGrpSpPr>
            <p:grpSpPr>
              <a:xfrm>
                <a:off x="6197887" y="4082465"/>
                <a:ext cx="3400715" cy="2483697"/>
                <a:chOff x="7068253" y="3942921"/>
                <a:chExt cx="3400715" cy="2483697"/>
              </a:xfrm>
              <a:noFill/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4B0808B-F006-C74A-A669-9DDBFAF155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304206">
                  <a:off x="7271280" y="4606792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F4AA813-213F-754D-88E4-A077098DED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028968" y="4646075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575978E2-F712-604F-8871-969326EBA1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947349" y="5419272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8A4D05CF-A8AA-104D-A393-7A2B9959CA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865294" y="5782925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F0587562-DD85-4F4E-9FC3-CAD0738AC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679203" y="3942921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258DED8B-8264-9A4F-AD0B-5EEE08FD12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068253" y="5426198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AE0208C-A754-6240-A7DF-12C48FEC8B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69605">
                  <a:off x="8223789" y="5750273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EC31A28-5F31-9448-BEA8-653494F4C9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397158" y="5206074"/>
                  <a:ext cx="1440000" cy="643693"/>
                </a:xfrm>
                <a:prstGeom prst="rect">
                  <a:avLst/>
                </a:prstGeom>
                <a:grpFill/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45001B80-4C11-1F40-826D-FA6F7F84E2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8321230" y="4054170"/>
                <a:ext cx="1440000" cy="647191"/>
              </a:xfrm>
              <a:prstGeom prst="rect">
                <a:avLst/>
              </a:prstGeom>
              <a:noFill/>
            </p:spPr>
          </p:pic>
        </p:grpSp>
      </p:grpSp>
    </p:spTree>
    <p:extLst>
      <p:ext uri="{BB962C8B-B14F-4D97-AF65-F5344CB8AC3E}">
        <p14:creationId xmlns:p14="http://schemas.microsoft.com/office/powerpoint/2010/main" val="341130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54CC49AB-6F4F-124B-A84C-CB42488E99D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7965B53B-FCB2-2B4D-94D6-42FF0D1B258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3ED8313-4DB8-3040-BAE7-93A7ED2B4BC2}"/>
                </a:ext>
              </a:extLst>
            </p:cNvPr>
            <p:cNvGrpSpPr/>
            <p:nvPr/>
          </p:nvGrpSpPr>
          <p:grpSpPr>
            <a:xfrm>
              <a:off x="4870123" y="1879028"/>
              <a:ext cx="3219754" cy="3441943"/>
              <a:chOff x="200193" y="151369"/>
              <a:chExt cx="3219754" cy="3441943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60FD267B-6D3A-E841-BE2A-F2059E25636E}"/>
                  </a:ext>
                </a:extLst>
              </p:cNvPr>
              <p:cNvGrpSpPr/>
              <p:nvPr/>
            </p:nvGrpSpPr>
            <p:grpSpPr>
              <a:xfrm>
                <a:off x="200193" y="151369"/>
                <a:ext cx="3219754" cy="3441943"/>
                <a:chOff x="66649" y="-58258"/>
                <a:chExt cx="3219754" cy="3441943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0424B8A-652D-DF4B-A443-E6FD16F2E7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846403" y="6449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90C84B8-F36E-E047-A626-E69D664CAF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21611">
                  <a:off x="1414787" y="11000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4923C87-EC3C-694C-AD4B-0C414E8A61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64609" y="23418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DF640F6-EB41-8B40-B56E-BB3632C7D9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29005">
                  <a:off x="96411" y="15683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2A36399-6B40-7F40-AFA8-D5BA567618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6649" y="471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52E52A9-F249-D74F-BE21-40DA9CF5EC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1893">
                  <a:off x="1839960" y="23850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ABC3BE75-FD8E-0B47-9E87-B79BA26630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08925">
                  <a:off x="-184442" y="12993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18AF48E-2B85-AA40-9CA7-1AE67D5BB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169499" y="339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AD61493-D092-C244-8BA8-5FC3706AE6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 flipV="1">
                  <a:off x="293173" y="92099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A8EC5BB6-EC2C-EC48-8E5D-D0FAB10E11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137662">
                <a:off x="1721714" y="201364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3535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EDAB479-515A-2743-9401-61DF4687E93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61C9B1-6115-054D-A932-C43FE8BE24A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0D81776-D079-054A-8BCF-622DDF00F4FD}"/>
                </a:ext>
              </a:extLst>
            </p:cNvPr>
            <p:cNvGrpSpPr/>
            <p:nvPr/>
          </p:nvGrpSpPr>
          <p:grpSpPr>
            <a:xfrm>
              <a:off x="4821985" y="1943937"/>
              <a:ext cx="3316029" cy="2970125"/>
              <a:chOff x="3991113" y="49731"/>
              <a:chExt cx="3316029" cy="297012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30BA5BE-433B-A44D-B896-F57AD0AFF9BD}"/>
                  </a:ext>
                </a:extLst>
              </p:cNvPr>
              <p:cNvGrpSpPr/>
              <p:nvPr/>
            </p:nvGrpSpPr>
            <p:grpSpPr>
              <a:xfrm>
                <a:off x="3991113" y="49731"/>
                <a:ext cx="3316029" cy="2970125"/>
                <a:chOff x="4156197" y="367845"/>
                <a:chExt cx="3316029" cy="297012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76C40FB-34C9-ED44-8A31-06AB82EDF4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32312" y="8186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A46D523-2970-294A-9EAA-289EBBA685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8511">
                  <a:off x="4899080" y="2673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1DBC59B-7F46-4043-B1B7-8704137EB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07926">
                  <a:off x="4156197" y="23954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9AFD9C9-98C0-8147-B3C5-F3FC802B61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94028" y="11030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BD2E2F9-FF8A-1143-AFFF-818E8C57F2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58499" y="13648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704208C-449B-F041-9D86-1AA8F771ED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1796">
                  <a:off x="6032226" y="26942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F01CA63-1839-A94F-8D0D-6A30746A57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48143">
                  <a:off x="5324604" y="7659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E90D7F8-6CFC-1343-820C-4C1D65CA88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8631">
                  <a:off x="5984606" y="7347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59F2C252-921E-6A4B-8A28-EF99E47C2B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57451" y="182308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2472D3F-03D9-F047-8CFC-AE944C6337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380803">
                <a:off x="5604292" y="179185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0137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80736AAF-176F-BC42-99E3-BE0BC68F414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4A5F3C2-5F0F-E048-836D-5CBCD5D1473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9BFED91-9F7E-6547-B5DB-BE0815F99A83}"/>
                </a:ext>
              </a:extLst>
            </p:cNvPr>
            <p:cNvGrpSpPr/>
            <p:nvPr/>
          </p:nvGrpSpPr>
          <p:grpSpPr>
            <a:xfrm>
              <a:off x="4828659" y="1932144"/>
              <a:ext cx="3302682" cy="3335711"/>
              <a:chOff x="7813902" y="42701"/>
              <a:chExt cx="3302682" cy="333571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9347FA2-4B72-5C47-865A-753427922FC6}"/>
                  </a:ext>
                </a:extLst>
              </p:cNvPr>
              <p:cNvGrpSpPr/>
              <p:nvPr/>
            </p:nvGrpSpPr>
            <p:grpSpPr>
              <a:xfrm>
                <a:off x="7813902" y="42701"/>
                <a:ext cx="3302682" cy="3335711"/>
                <a:chOff x="7718789" y="864312"/>
                <a:chExt cx="3302682" cy="333571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8CB4851-6020-FA4A-8D8E-6FB58DB917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11426">
                  <a:off x="8027303" y="20914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3BC92BB5-2FB3-4544-9228-DFDAB9F502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84185">
                  <a:off x="9011302" y="31581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0E62241-256E-0640-B64C-2E39FA26D2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32394">
                  <a:off x="7608566" y="12624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DE25BEC-9119-8047-8FF9-184B7B654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161">
                  <a:off x="8566240" y="15886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4FB586E9-1FE4-3F49-ADA0-E95F3B6C7D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091637" y="29216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58745B6-256E-2547-8F4D-7D983523CC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11898">
                  <a:off x="9581471" y="32087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A0C7C37-DC2C-0C48-B1EF-52FB670329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301056" y="2036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1ECEB8C-729F-4A41-BAC4-77613AEC46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481883" y="1326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3016E69-B76A-CD48-BE0C-50116C57BA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18789" y="26325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3B36D31-2DDF-9A46-B555-7D472A3E10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631035">
                <a:off x="9298487" y="1641130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349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FAECAA5-F53C-7D49-A6E8-48ECA613C6A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89AA429-1EC6-7A46-9E85-EE026B86D4D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BB3CE90-6699-4E4B-874E-090AD132F53D}"/>
                </a:ext>
              </a:extLst>
            </p:cNvPr>
            <p:cNvGrpSpPr/>
            <p:nvPr/>
          </p:nvGrpSpPr>
          <p:grpSpPr>
            <a:xfrm>
              <a:off x="4849277" y="1836100"/>
              <a:ext cx="3261445" cy="3185799"/>
              <a:chOff x="1586241" y="3384637"/>
              <a:chExt cx="3261445" cy="318579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5671D3E-9A9F-164E-B6ED-55779C341723}"/>
                  </a:ext>
                </a:extLst>
              </p:cNvPr>
              <p:cNvGrpSpPr/>
              <p:nvPr/>
            </p:nvGrpSpPr>
            <p:grpSpPr>
              <a:xfrm>
                <a:off x="1586241" y="3850780"/>
                <a:ext cx="3261445" cy="2719656"/>
                <a:chOff x="1337201" y="3552917"/>
                <a:chExt cx="3261445" cy="271965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39AB881-4E0A-C34F-A21B-7414D9CA0E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3390">
                  <a:off x="3117577" y="47331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F83E509-C1B2-1A42-91D6-54F835B52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337201" y="3705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1A4BA34-7720-2440-ACDA-7EC3AAA71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91104">
                  <a:off x="3158646" y="56288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A4EC65F-D071-3B4B-ADE9-14B8CAF906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85645">
                  <a:off x="1943815" y="45739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5821035-F351-9A42-9443-036D4A097F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188112" y="51686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3DCF03A-23B8-B643-9B5E-07107D2C8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3066">
                  <a:off x="2958146" y="40074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536782E-B56C-174E-8B20-6DD91744D6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721144" y="5475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905656E-61AE-4343-999E-E406562199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07405">
                  <a:off x="2687325" y="51154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3BB6EF8-3154-8A47-BA77-F5BB5483B6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900378" y="395107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11D4F7A-31D0-AE4A-87C5-3B981AA537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628186">
                <a:off x="3531472" y="3781041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88442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908178EB-77F4-D848-9467-AEF31013E37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DB71BD-2FB9-2944-9439-DCB83E42C5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9B06E33-AD0A-0B43-B111-C306E880EEEB}"/>
                </a:ext>
              </a:extLst>
            </p:cNvPr>
            <p:cNvGrpSpPr/>
            <p:nvPr/>
          </p:nvGrpSpPr>
          <p:grpSpPr>
            <a:xfrm>
              <a:off x="4805606" y="2241798"/>
              <a:ext cx="3348788" cy="2716404"/>
              <a:chOff x="6234521" y="3703805"/>
              <a:chExt cx="3348788" cy="271640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0B714DC-6704-1D4C-9C57-79002308E5D8}"/>
                  </a:ext>
                </a:extLst>
              </p:cNvPr>
              <p:cNvGrpSpPr/>
              <p:nvPr/>
            </p:nvGrpSpPr>
            <p:grpSpPr>
              <a:xfrm>
                <a:off x="6234521" y="3703805"/>
                <a:ext cx="3348788" cy="2716404"/>
                <a:chOff x="5648320" y="3571399"/>
                <a:chExt cx="3348788" cy="2716404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32F001F6-B542-D143-92B3-A2A58B55E376}"/>
                    </a:ext>
                  </a:extLst>
                </p:cNvPr>
                <p:cNvGrpSpPr/>
                <p:nvPr/>
              </p:nvGrpSpPr>
              <p:grpSpPr>
                <a:xfrm>
                  <a:off x="5648320" y="3692715"/>
                  <a:ext cx="3348788" cy="2595088"/>
                  <a:chOff x="7256463" y="3873565"/>
                  <a:chExt cx="3348788" cy="2595088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54FC597A-BCE6-7F41-9AB5-C11BFD165D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152087">
                    <a:off x="7592679" y="49152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6BBF4DA4-C851-C64A-8654-B7E9C17C0C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49591">
                    <a:off x="8546128" y="55975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9877367-16DD-E441-9E72-74DD4C29E1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7859224" y="58249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FD3F564E-8D03-CF48-A440-4DC2D9434F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256463" y="44485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A7A7EDC5-AD26-E44B-ABD0-CB482256FB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73043" y="41422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255F708F-6403-1746-B9BD-81A0BBDF13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165251" y="57613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B00F76B-99A9-1548-AAA4-A3AD9C86BF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198274" y="42717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6CBF19CA-EA28-B441-928D-A2587CDCC4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99211">
                    <a:off x="7365972" y="5329233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83C2B8A-0548-174E-BEBF-F5203C491D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112642" y="35713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8295A5E-792E-654B-A207-E14D9A274F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7945391" y="4669351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87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5AE8B59-5C93-A242-9B72-5DEF8DA1B2F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F64A3A3-7CB6-7E43-8301-B35FFB522A3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5846CE2-5864-7D4C-B98D-9987F33EC80E}"/>
                </a:ext>
              </a:extLst>
            </p:cNvPr>
            <p:cNvGrpSpPr/>
            <p:nvPr/>
          </p:nvGrpSpPr>
          <p:grpSpPr>
            <a:xfrm>
              <a:off x="4771088" y="1759107"/>
              <a:ext cx="3417824" cy="3339785"/>
              <a:chOff x="340570" y="-15239"/>
              <a:chExt cx="3417824" cy="333978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46F7223-DFCD-CB46-9E5E-3C04A2860B86}"/>
                  </a:ext>
                </a:extLst>
              </p:cNvPr>
              <p:cNvGrpSpPr/>
              <p:nvPr/>
            </p:nvGrpSpPr>
            <p:grpSpPr>
              <a:xfrm>
                <a:off x="340570" y="-15239"/>
                <a:ext cx="3417824" cy="3339785"/>
                <a:chOff x="-58647" y="-314863"/>
                <a:chExt cx="3417824" cy="333978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98FA70F-8791-9841-8B87-15D4C38C35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6993">
                  <a:off x="39770" y="16930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BE603985-4424-B147-A2EB-C5C8EC858D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36594">
                  <a:off x="1919177" y="6215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2091BA00-D5E7-C042-8723-F543CDD142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1716">
                  <a:off x="445283" y="23812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F845F57-B718-0041-99AE-F4F2CF2802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210994" y="13682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255F324F-908B-F948-8117-CB04180446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03722">
                  <a:off x="1276994" y="6266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98A05D2-466C-B246-BAA3-5BBA013B3F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99269" y="21206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D72503F-E4FA-4641-AE90-D2E45E0E7E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-58647" y="643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0234F68-7639-FF47-8D01-316069A6AC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1955268" y="1229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1148A90-26A1-AC4D-8EC7-4E616E1B07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05179" flipV="1">
                  <a:off x="461792" y="8329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1B4BEF8-6E0B-D74E-8017-BE7AD0800B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1886483" y="217075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9934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35C3FCCC-8259-8949-8C7B-1D35F28A7D6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B04024E-9A60-C54E-84DC-158896A0DCF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DB5EC91-97A2-9348-8F4B-652658BDEE42}"/>
                </a:ext>
              </a:extLst>
            </p:cNvPr>
            <p:cNvGrpSpPr/>
            <p:nvPr/>
          </p:nvGrpSpPr>
          <p:grpSpPr>
            <a:xfrm>
              <a:off x="4745922" y="1797687"/>
              <a:ext cx="3098558" cy="3604625"/>
              <a:chOff x="4556140" y="81739"/>
              <a:chExt cx="3098558" cy="360462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C0951FB-2C49-6A45-AEEA-77B2E00D945F}"/>
                  </a:ext>
                </a:extLst>
              </p:cNvPr>
              <p:cNvGrpSpPr/>
              <p:nvPr/>
            </p:nvGrpSpPr>
            <p:grpSpPr>
              <a:xfrm>
                <a:off x="4556140" y="81739"/>
                <a:ext cx="3056645" cy="3604625"/>
                <a:chOff x="4056947" y="136358"/>
                <a:chExt cx="3056645" cy="360462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5F869B85-33CF-CC4F-A68D-961A1D883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056947" y="6122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C04B6E4-3703-6144-987C-67DCB32319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913306" y="26991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FE0FE8D-6E99-9D4C-9C07-F2BFE935B7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763300">
                  <a:off x="4638768" y="25639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D0344DD-CFF1-004A-9E9F-7DEDBCBAAD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742946" y="11020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A1DD9EAA-84A5-1245-8234-F0BB9D5022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7738">
                  <a:off x="4112475" y="24240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E2E41E99-BEBC-9346-9A03-4352E5E195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57677">
                  <a:off x="6011972" y="18184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493FAF61-C11D-2F4A-BA08-3149648E19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58001">
                  <a:off x="5763714" y="5345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52CA373-8CDE-E249-B4F6-AB623C5036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8671">
                  <a:off x="4241112" y="17243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B2BF512-417F-9645-9CA8-8B6B78739D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081">
                  <a:off x="5673592" y="217063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31EAC47-10D2-FB41-B643-98A4226B89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198261">
                <a:off x="6214698" y="126672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11638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1B7EF9B-BC78-4544-B408-981E31A2DB8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457363D-F9A8-A54E-ACEB-59996D3DCD3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BA878E4-2498-DA43-9083-946A754A3133}"/>
                </a:ext>
              </a:extLst>
            </p:cNvPr>
            <p:cNvGrpSpPr/>
            <p:nvPr/>
          </p:nvGrpSpPr>
          <p:grpSpPr>
            <a:xfrm>
              <a:off x="4736824" y="2091902"/>
              <a:ext cx="3125661" cy="3016195"/>
              <a:chOff x="9107652" y="491962"/>
              <a:chExt cx="3125661" cy="301619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F33ABC7-FD6E-D644-8FE4-B594196947E1}"/>
                  </a:ext>
                </a:extLst>
              </p:cNvPr>
              <p:cNvGrpSpPr/>
              <p:nvPr/>
            </p:nvGrpSpPr>
            <p:grpSpPr>
              <a:xfrm>
                <a:off x="9107652" y="491962"/>
                <a:ext cx="3125661" cy="3016195"/>
                <a:chOff x="7513254" y="1119867"/>
                <a:chExt cx="3125661" cy="301619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46D42E77-D174-824D-ABB2-2AF2C095B2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52380">
                  <a:off x="8980421" y="15126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9FD6BB2-3BF6-3440-8419-C3B018F00D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99627">
                  <a:off x="8006066" y="21561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CA5AF50-AE68-A342-9AE4-B3921227B0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91941">
                  <a:off x="7513254" y="12639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EE4B0B05-221A-664A-B24C-21C3E79AD9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8263">
                  <a:off x="8309640" y="15180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F5561C0-4A95-B245-BDB2-404520632A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16064">
                  <a:off x="7681152" y="19813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CD808F5-0341-3A49-A744-A4528D5C99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799002" y="29494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FD486E4-011C-8346-99BC-123EB1017F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268965" y="26405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84BA8AA-F513-C746-9E2E-C16C788547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5501">
                  <a:off x="9597069" y="21286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EE5E563-6005-4E4B-A7C5-F3661E450F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835101" y="309421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7DF07E8-5C25-4F48-9006-BA0851EEB6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10788377" y="2561370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49302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A7901CF-CFEA-A64B-B816-C1CA5678EC3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1904D01-3F21-F048-9201-E52E8322DE0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F99ECE5-9B79-7B4E-BD1D-E902FA139CD7}"/>
                </a:ext>
              </a:extLst>
            </p:cNvPr>
            <p:cNvGrpSpPr/>
            <p:nvPr/>
          </p:nvGrpSpPr>
          <p:grpSpPr>
            <a:xfrm>
              <a:off x="4963701" y="1999341"/>
              <a:ext cx="3032598" cy="3201318"/>
              <a:chOff x="2100212" y="3656682"/>
              <a:chExt cx="3032598" cy="320131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FD39B05-97BF-A14D-A472-81C43642EC6D}"/>
                  </a:ext>
                </a:extLst>
              </p:cNvPr>
              <p:cNvGrpSpPr/>
              <p:nvPr/>
            </p:nvGrpSpPr>
            <p:grpSpPr>
              <a:xfrm>
                <a:off x="2100212" y="3656682"/>
                <a:ext cx="3032598" cy="3201318"/>
                <a:chOff x="1548302" y="3422183"/>
                <a:chExt cx="3032598" cy="320131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DBD4247B-2335-F340-A229-28870D8CF4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4706">
                  <a:off x="1548302" y="46638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070AFAF-D90E-6E41-9E15-D74CD59FC3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71057">
                  <a:off x="1363476" y="38203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76E1986-C436-944C-B8FB-8A743E1AB6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154783" y="54640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7910FDA-265D-0D4E-88C3-51EFBBE07B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9820">
                  <a:off x="3539054" y="44937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F5E99E0-97B4-A84A-B86D-BB1D7E0458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18868">
                  <a:off x="1935697" y="37294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99B1A9C-6981-8D45-8048-A23BFDF76F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295836" y="55558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16D25C2-989C-0E48-8AC7-F1B961EC8F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74097">
                  <a:off x="3201155" y="55816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4D5EE59-D669-0847-B6FF-C196CE9185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17136">
                  <a:off x="3035674" y="39357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4A8D93C-9D6B-D349-87B7-9DF89D5AE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780524" y="358787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FBD3742-1B79-1045-BD4C-B7248A8460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535769">
                <a:off x="3431620" y="501306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9931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978F60D-E7C5-F74A-BCB4-559B72A2D82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96ACDBF-0E08-DD46-9162-FCEF479A3A2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49A5FA2-B55E-8343-AF9F-B734B32A1ABC}"/>
                </a:ext>
              </a:extLst>
            </p:cNvPr>
            <p:cNvGrpSpPr/>
            <p:nvPr/>
          </p:nvGrpSpPr>
          <p:grpSpPr>
            <a:xfrm>
              <a:off x="4620228" y="1970265"/>
              <a:ext cx="3457949" cy="3259469"/>
              <a:chOff x="5626068" y="3569390"/>
              <a:chExt cx="3457949" cy="325946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11CC843-542B-E24A-A694-BB117E627CFD}"/>
                  </a:ext>
                </a:extLst>
              </p:cNvPr>
              <p:cNvGrpSpPr/>
              <p:nvPr/>
            </p:nvGrpSpPr>
            <p:grpSpPr>
              <a:xfrm>
                <a:off x="5626068" y="3569390"/>
                <a:ext cx="3457949" cy="3259469"/>
                <a:chOff x="7104595" y="3590121"/>
                <a:chExt cx="3457949" cy="325946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5ED84145-E6E4-F540-A710-0562868D2A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904991" y="52864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D036462-C32A-5A4C-B030-634419C190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24221">
                  <a:off x="9095129" y="46012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3978DC32-4C09-1840-BDB8-815B753FFE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904978" y="5685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70CB581-2ED0-BE45-A69D-E7025595A3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081382" y="58077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6DD22EB-2DE5-3F4C-8B78-67EDDD701C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94342">
                  <a:off x="7104595" y="41924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FEEE70A8-5160-1845-A8FF-DEE31C370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07720">
                  <a:off x="8072937" y="39882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09AA69E-93A9-AC42-B2AB-95E6DCE2CA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506822" y="49731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271BB13-5D82-7748-878C-6F87F4306C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99106">
                  <a:off x="9122544" y="39789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C6BD671-1D2D-D441-8DE6-959F2FDC58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48466" y="55600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B747253-5DD8-A74E-91AD-4B91CDD40A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220391">
                <a:off x="7272332" y="387106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7911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13A0199-336E-D341-94A0-D9604D6BE68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99A0FF-7392-8745-AA28-5C8B77915F5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E02716B-2C0C-5B46-B61E-5350547AF6EA}"/>
                </a:ext>
              </a:extLst>
            </p:cNvPr>
            <p:cNvGrpSpPr/>
            <p:nvPr/>
          </p:nvGrpSpPr>
          <p:grpSpPr>
            <a:xfrm>
              <a:off x="5122220" y="1973238"/>
              <a:ext cx="2715559" cy="3253524"/>
              <a:chOff x="422390" y="173194"/>
              <a:chExt cx="2715559" cy="325352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4A4B913-23D7-5346-AE60-505C1EB55CFD}"/>
                  </a:ext>
                </a:extLst>
              </p:cNvPr>
              <p:cNvGrpSpPr/>
              <p:nvPr/>
            </p:nvGrpSpPr>
            <p:grpSpPr>
              <a:xfrm>
                <a:off x="422390" y="173194"/>
                <a:ext cx="2675324" cy="3253524"/>
                <a:chOff x="188357" y="104660"/>
                <a:chExt cx="2675324" cy="325352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566C1B9-5105-284A-9F23-5AD71001E5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191283" y="1907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64694AA-7314-2A4F-BC43-8A57850EA7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1335">
                  <a:off x="1702570" y="21656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E195D7C-1DE1-F84B-8DD4-058745451A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88357" y="4231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5A0AE95A-D23A-8A48-9879-3E08F18F0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1821835" y="502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D6A86BD-C68E-0B4B-B721-E993F27842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1744" y="23163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21B4028-8CC2-094A-B019-28F3872FCF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12174" y="11469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BFBAB443-2042-EB4E-8BEA-161B0B3AAF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654102" y="1976870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5D4549D-3AE6-0C45-9123-872D81240A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72777">
                  <a:off x="1610648" y="1136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9353FA7-7D40-294B-8444-D60DC645AF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52791" flipV="1">
                  <a:off x="1192913" y="67673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8D95361-DF7D-3C49-ABD0-DC52F70B13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739999">
                <a:off x="2094354" y="178095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4053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6A239CE-9CA7-6D4A-AD66-D8708A6FCC6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E4DD9AF-F69B-524D-B5D5-9B70F757904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1417270-59DA-B54B-BCAE-D08245168474}"/>
                </a:ext>
              </a:extLst>
            </p:cNvPr>
            <p:cNvGrpSpPr/>
            <p:nvPr/>
          </p:nvGrpSpPr>
          <p:grpSpPr>
            <a:xfrm>
              <a:off x="4879692" y="1968338"/>
              <a:ext cx="3200616" cy="3263324"/>
              <a:chOff x="4145010" y="379941"/>
              <a:chExt cx="3200616" cy="326332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816C795-69FD-C945-BEB7-60D5C5486351}"/>
                  </a:ext>
                </a:extLst>
              </p:cNvPr>
              <p:cNvGrpSpPr/>
              <p:nvPr/>
            </p:nvGrpSpPr>
            <p:grpSpPr>
              <a:xfrm>
                <a:off x="4145010" y="379941"/>
                <a:ext cx="3200616" cy="3263324"/>
                <a:chOff x="4241228" y="399975"/>
                <a:chExt cx="3200616" cy="326332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3FD187C7-F346-3645-8AF8-E19F90108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4172923" y="1562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0565C4C-C202-664A-B570-C8D4F2B788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955378" y="26214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3AB92C9C-3502-6A46-9F17-E88408223E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475406" y="22463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1774A21-98D8-C143-9531-415477E319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06096">
                  <a:off x="5061706" y="8586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3FC5A5D-3065-EA4E-9950-23C5CEF5A2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04353">
                  <a:off x="5933972" y="7981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F97BFFA-A872-4442-8909-F4C7F848DF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54180">
                  <a:off x="6001844" y="26577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D4D2E2A-2D2D-F74F-8F89-0F19836CE2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58769" y="24005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5C0957C-AFE6-644B-BF6D-D65B7B7E4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241228" y="699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55F3BC3-8A20-5541-88BE-7AA69CE2AB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28018" y="186188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BAFD74D-1D7A-EE4D-888D-4219944FD35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8671706">
                <a:off x="5567576" y="109228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72312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41777B8C-2C76-DA46-B735-01DC482671D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D1EF00E-1B9D-B147-A44B-323B700021A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B36A60D-8913-324D-84A8-AD2F7F1900F8}"/>
                </a:ext>
              </a:extLst>
            </p:cNvPr>
            <p:cNvGrpSpPr/>
            <p:nvPr/>
          </p:nvGrpSpPr>
          <p:grpSpPr>
            <a:xfrm>
              <a:off x="4842521" y="1940218"/>
              <a:ext cx="3274958" cy="3319563"/>
              <a:chOff x="7978272" y="-321303"/>
              <a:chExt cx="3274958" cy="331956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2E73536-52F1-9946-83CE-4423D623D78D}"/>
                  </a:ext>
                </a:extLst>
              </p:cNvPr>
              <p:cNvGrpSpPr/>
              <p:nvPr/>
            </p:nvGrpSpPr>
            <p:grpSpPr>
              <a:xfrm>
                <a:off x="7978272" y="-321303"/>
                <a:ext cx="3274958" cy="3319563"/>
                <a:chOff x="7839536" y="748297"/>
                <a:chExt cx="3274958" cy="331956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1712A68-EB38-DC4F-BC2C-5D6AD85A89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153987" y="12663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796A36D-B990-DE46-834F-F087F1C43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99627">
                  <a:off x="7774637" y="20000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4BEEDC1-040F-DB48-A0DF-B1B115AD89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93761">
                  <a:off x="8234035" y="11464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92BE7A3B-0110-7947-80A9-3AF286958F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1508">
                  <a:off x="7726828" y="30260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BC436B1-5ECA-474F-AA1A-29A4C8FDA4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70579">
                  <a:off x="8190264" y="30258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F2ED293-66D9-A545-A596-788FF1E420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7839536" y="14776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1EAF9931-17EF-CE4B-BCDA-F5A74B01BE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537615" y="16639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4089066-507F-2845-AA83-8AC317A813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315596" y="22057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767215F-A1C1-0C48-9889-8C4A077A52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74494" y="323157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93B6984-723D-324F-944F-DDE1C8FB98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9188490" y="2098377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56211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EED4AB3-13E2-0244-B693-79234C5CE36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78F84E7-2380-AB4A-807E-D40045CE97E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A1705D0-72C8-824E-8239-50F6A885E783}"/>
                </a:ext>
              </a:extLst>
            </p:cNvPr>
            <p:cNvGrpSpPr/>
            <p:nvPr/>
          </p:nvGrpSpPr>
          <p:grpSpPr>
            <a:xfrm>
              <a:off x="4654066" y="1956859"/>
              <a:ext cx="3227305" cy="3286282"/>
              <a:chOff x="1307362" y="3413106"/>
              <a:chExt cx="3227305" cy="328628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914D357-BA8D-C748-9B9D-8CC2918B4375}"/>
                  </a:ext>
                </a:extLst>
              </p:cNvPr>
              <p:cNvGrpSpPr/>
              <p:nvPr/>
            </p:nvGrpSpPr>
            <p:grpSpPr>
              <a:xfrm>
                <a:off x="1307362" y="3413106"/>
                <a:ext cx="3227305" cy="3286282"/>
                <a:chOff x="1362711" y="3205219"/>
                <a:chExt cx="3227305" cy="328628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27EC019C-3EB1-0340-8A4F-4A24B13089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818719" y="3997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D5D2E14-D5D3-3640-9190-201572EE29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362711" y="36283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14DCC23-4AC0-E348-B0AB-B0C86F8A38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022418" y="48948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A8A3FE0-C086-CA45-8D14-3249088B98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150016" y="5430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4267D3B-9758-FD46-8785-A81587DBD1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2683">
                  <a:off x="2732865" y="36033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970D504-CB59-EE43-8109-763840D9F4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3487">
                  <a:off x="1603809" y="54496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38F88B8-A209-624F-8A36-DC31EC1F1D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067626" y="53286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28E5138-540D-AF48-83F4-655DDBAF6A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2921284" y="39235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F35A729-F0EC-764B-A334-CEC2EFB6FD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94948">
                  <a:off x="1408590" y="455312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2108FD1-DFB1-294B-A2B8-A847C7C819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3185319" y="4712144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55373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9C4071B9-AB15-FC41-BF04-94D8232F4B2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9E4536-2712-FF4A-AD72-1AA49D09F48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BFD358F-407D-2B4C-B7DE-34844DEA9A8A}"/>
                </a:ext>
              </a:extLst>
            </p:cNvPr>
            <p:cNvGrpSpPr/>
            <p:nvPr/>
          </p:nvGrpSpPr>
          <p:grpSpPr>
            <a:xfrm>
              <a:off x="4790181" y="2108242"/>
              <a:ext cx="3379638" cy="2983515"/>
              <a:chOff x="6391913" y="3688599"/>
              <a:chExt cx="3379638" cy="298351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E15D3CB-9A9B-544B-9E43-91A01E19DF56}"/>
                  </a:ext>
                </a:extLst>
              </p:cNvPr>
              <p:cNvGrpSpPr/>
              <p:nvPr/>
            </p:nvGrpSpPr>
            <p:grpSpPr>
              <a:xfrm>
                <a:off x="6391913" y="3688599"/>
                <a:ext cx="3379638" cy="2983515"/>
                <a:chOff x="5656806" y="3602344"/>
                <a:chExt cx="3379638" cy="2983515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4346365F-14B1-3F4A-921F-784319C026BF}"/>
                    </a:ext>
                  </a:extLst>
                </p:cNvPr>
                <p:cNvGrpSpPr/>
                <p:nvPr/>
              </p:nvGrpSpPr>
              <p:grpSpPr>
                <a:xfrm>
                  <a:off x="5656806" y="3602344"/>
                  <a:ext cx="3379638" cy="2983515"/>
                  <a:chOff x="7264949" y="3783194"/>
                  <a:chExt cx="3379638" cy="2983515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378CC8B9-44A6-E546-9AA1-4E88D53DA0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7281419" y="48255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BAC2FF2F-23A8-524E-A2D1-F5389A397C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379120" y="57248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081512D2-F896-3E4C-9D87-6FE4CD727A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198855" y="57635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10A3CE2B-D007-7B4C-B439-D698DD9867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85128">
                    <a:off x="9204587" y="48311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919B3C4A-E656-544E-9D70-E6601BC461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666491" y="55455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162EBD46-E828-A84B-B018-1995BF6F7A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87341">
                    <a:off x="7264949" y="3830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33F5C23B-EA86-734B-9C11-4BEA60F818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21657">
                    <a:off x="9054009" y="37831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27A4F2FC-2234-4D43-BBF2-D8D82D7202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7706005" y="5490287"/>
                    <a:ext cx="1511298" cy="67556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B809369-92F4-0E4E-B2CB-EE7ECE674E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86078">
                  <a:off x="6323794" y="409339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B2E7C47-A05C-A54A-993A-129AB97B4B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8750619">
                <a:off x="7878906" y="4326544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31231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B77CD91-CB99-144C-A3DA-D22DFDCEE51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2EE4D2A-DD84-304F-A762-616839B2935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796D2D7-41DC-E54E-A68A-75B0D4BD73D8}"/>
                </a:ext>
              </a:extLst>
            </p:cNvPr>
            <p:cNvGrpSpPr/>
            <p:nvPr/>
          </p:nvGrpSpPr>
          <p:grpSpPr>
            <a:xfrm>
              <a:off x="5183022" y="1938903"/>
              <a:ext cx="2593955" cy="3322194"/>
              <a:chOff x="715158" y="46800"/>
              <a:chExt cx="2593955" cy="332219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7667DF0-9A20-9E4D-BBDE-05A9F95BC14D}"/>
                  </a:ext>
                </a:extLst>
              </p:cNvPr>
              <p:cNvGrpSpPr/>
              <p:nvPr/>
            </p:nvGrpSpPr>
            <p:grpSpPr>
              <a:xfrm>
                <a:off x="715158" y="46800"/>
                <a:ext cx="2593955" cy="3078649"/>
                <a:chOff x="347430" y="61843"/>
                <a:chExt cx="2593955" cy="307864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5CACB42-7337-DF43-9535-94A22AAA2B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49907">
                  <a:off x="-49482" y="18061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8C0AE09-9AFB-4440-9855-8BA21816E2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50723" y="4798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DD251A8-372C-0E4B-90E3-72F40FD202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899146" y="4599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A428D51-4BFF-E84C-95AD-CDEBBECB0B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370374" y="7755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0AF49C3-5E49-B343-AC16-46BB56E3A3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03557">
                  <a:off x="503592" y="2496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2FF0CE2-D0DA-BD4B-AA07-4EBD62C541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1117901" y="19936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4BF8C9B3-195C-EE4F-B4D7-6835CCE9E5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93923" y="2983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58A0F8F-DB97-9B42-BB56-35B102F653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62568">
                  <a:off x="308790" y="12263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580972B-7192-BE4A-9AF6-4512D8949D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1899539" y="151602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01D60A4-87AD-B748-8448-2A05B0200B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779675">
                <a:off x="2113468" y="232539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03272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84EBF36-F42C-3845-AFE2-3F0DD82C6D9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3830E1A-A9C4-D44D-8F15-C9185F3AE2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1477C4A-01C5-6A4F-BD33-51E305B8F147}"/>
                </a:ext>
              </a:extLst>
            </p:cNvPr>
            <p:cNvGrpSpPr/>
            <p:nvPr/>
          </p:nvGrpSpPr>
          <p:grpSpPr>
            <a:xfrm>
              <a:off x="5040499" y="1991686"/>
              <a:ext cx="2879002" cy="3216628"/>
              <a:chOff x="4398794" y="47851"/>
              <a:chExt cx="2879002" cy="321662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5022DDFD-3DB2-DF46-92FF-6E986939420D}"/>
                  </a:ext>
                </a:extLst>
              </p:cNvPr>
              <p:cNvGrpSpPr/>
              <p:nvPr/>
            </p:nvGrpSpPr>
            <p:grpSpPr>
              <a:xfrm>
                <a:off x="4398794" y="47851"/>
                <a:ext cx="2879002" cy="3216628"/>
                <a:chOff x="4456589" y="440629"/>
                <a:chExt cx="2879002" cy="321662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5039438-9DC5-2C41-8349-E79F835FB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66506" y="1112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365683E1-EB30-704C-91F5-B5C4731F16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694887" y="25834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6D726BF-D385-F44A-B71A-5F837B9E3B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71638">
                  <a:off x="4226193" y="20904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8219D7E-129C-2A4D-93A7-53B2126B7D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694887" y="7025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834F17D-9952-EF40-802A-BE1C9AF9C6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69395" y="13419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D5A2BFE-D99E-E741-BB14-E80F3465DC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5681">
                  <a:off x="4456589" y="17648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238E658-0C16-174B-B52C-A39583F37B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70506" y="8387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9637AE0-7BBE-DC41-95B8-8E4A5BBA8D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21695">
                  <a:off x="6293745" y="26154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851D555-9438-A945-8E86-FA1CDADF82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82465">
                  <a:off x="5978715" y="164986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D2E90E1-6D1A-D84A-94CE-931774E0E1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717782">
                <a:off x="5437013" y="209605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50805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11D4D8D-995F-984C-8D8A-6C0F7FFC7CC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B3F4602-AA20-BD4A-B4F1-EFE76720EBC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002696A-734A-634F-8278-A1575AE0BB10}"/>
                </a:ext>
              </a:extLst>
            </p:cNvPr>
            <p:cNvGrpSpPr/>
            <p:nvPr/>
          </p:nvGrpSpPr>
          <p:grpSpPr>
            <a:xfrm>
              <a:off x="4752570" y="2212617"/>
              <a:ext cx="3454859" cy="2774766"/>
              <a:chOff x="8078052" y="182312"/>
              <a:chExt cx="3454859" cy="277476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58B90935-92EB-834C-84F7-A46AA9D40F9F}"/>
                  </a:ext>
                </a:extLst>
              </p:cNvPr>
              <p:cNvGrpSpPr/>
              <p:nvPr/>
            </p:nvGrpSpPr>
            <p:grpSpPr>
              <a:xfrm>
                <a:off x="8078052" y="182312"/>
                <a:ext cx="3129062" cy="2774766"/>
                <a:chOff x="7715031" y="963825"/>
                <a:chExt cx="3129062" cy="277476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6564CE8F-C4A2-CF4A-869B-0C31843FF7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253188" y="30299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54C3751-B1D9-E54A-A40E-7B6A5020EA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7681137" y="20257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E754448-D12D-E44E-9315-7F42CE3187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64979">
                  <a:off x="9484983" y="13619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36E186E-3E83-D742-BCA1-723F20B226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153168" y="21985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E15B95A-A804-3D40-AD17-450CDD503D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93743">
                  <a:off x="8831321" y="11970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D5A65FF-9C7D-0348-9823-050C7E19A6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15031" y="12791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EE70DD6E-C2E3-2E46-B0C7-A7EECB4B0F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37722" y="28707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0E689E9-DAD1-BC4F-A873-C3C9C73B3D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404093" y="30948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C541FA3-91EF-CE48-8050-528E903A0F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55827">
                  <a:off x="8136093" y="196635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E43077D-9DD6-D54D-A3A9-C5020EDC58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10092911" y="159820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6671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ED98F76-996F-074A-89E4-3359421C96F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4EE4ECB-F070-CF44-8FC9-43B4450D052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8C84FF0-F5F2-A644-B62A-EE09C0672B2C}"/>
                </a:ext>
              </a:extLst>
            </p:cNvPr>
            <p:cNvGrpSpPr/>
            <p:nvPr/>
          </p:nvGrpSpPr>
          <p:grpSpPr>
            <a:xfrm>
              <a:off x="4614470" y="1810466"/>
              <a:ext cx="3731060" cy="3579068"/>
              <a:chOff x="1494417" y="3231335"/>
              <a:chExt cx="3731060" cy="357906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C68BCF7-07B1-F247-A45D-742E67C08CA0}"/>
                  </a:ext>
                </a:extLst>
              </p:cNvPr>
              <p:cNvGrpSpPr/>
              <p:nvPr/>
            </p:nvGrpSpPr>
            <p:grpSpPr>
              <a:xfrm>
                <a:off x="1494417" y="3231335"/>
                <a:ext cx="3731060" cy="3534548"/>
                <a:chOff x="1245377" y="2933472"/>
                <a:chExt cx="3731060" cy="353454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6298895F-5997-C649-9E08-A10AE698DA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2153877" y="3999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D46158D0-6C2B-6349-BD00-230C6AC110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536437" y="53530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04A9B26-440B-6B4C-8F64-BA92A7F397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75196">
                  <a:off x="2840049" y="46096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9D656410-4584-124A-930F-3DF0B1F240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89062" y="54261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E685E125-D713-3541-BEE3-CF3C4BE44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757024" y="33316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62E914D-93E7-5C41-9A66-CC818D0747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2648">
                  <a:off x="1409211" y="4313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4CB46CB5-A459-A942-AA66-940BC65863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2047332" y="51974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12CAF1C-69AF-D64C-AD33-946D931143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94808">
                  <a:off x="3320072" y="38984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4BF4227-9142-9744-B024-BC253D7392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34817">
                  <a:off x="1245377" y="365053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941E22D-5F15-034A-B167-CF00FFEC115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741837">
                <a:off x="3173451" y="5766807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07907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3582CB72-94D9-ED45-B2DC-A90B2488256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3BCCEE8-B23C-8547-BF4E-A933D16D2FC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E8B355A-F25D-A64D-A089-D0083919368B}"/>
                </a:ext>
              </a:extLst>
            </p:cNvPr>
            <p:cNvGrpSpPr/>
            <p:nvPr/>
          </p:nvGrpSpPr>
          <p:grpSpPr>
            <a:xfrm>
              <a:off x="5035518" y="2243654"/>
              <a:ext cx="3200145" cy="3092050"/>
              <a:chOff x="6407118" y="3849326"/>
              <a:chExt cx="3200145" cy="309205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068348EA-0E15-B943-8EF6-66F3A9D5B619}"/>
                  </a:ext>
                </a:extLst>
              </p:cNvPr>
              <p:cNvGrpSpPr/>
              <p:nvPr/>
            </p:nvGrpSpPr>
            <p:grpSpPr>
              <a:xfrm>
                <a:off x="6407118" y="3849326"/>
                <a:ext cx="2897482" cy="3092050"/>
                <a:chOff x="6012653" y="3624342"/>
                <a:chExt cx="2897482" cy="3092050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53C86A9B-7059-1D4A-BFBF-8A1B0A148CB2}"/>
                    </a:ext>
                  </a:extLst>
                </p:cNvPr>
                <p:cNvGrpSpPr/>
                <p:nvPr/>
              </p:nvGrpSpPr>
              <p:grpSpPr>
                <a:xfrm>
                  <a:off x="6047020" y="3624342"/>
                  <a:ext cx="2863115" cy="3092050"/>
                  <a:chOff x="7655163" y="3805192"/>
                  <a:chExt cx="2863115" cy="3092050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980D4A4C-2BBC-104C-939F-706A5EECA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257010" y="49035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815908E9-EC19-5346-B960-1A8C1B2F91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82289">
                    <a:off x="9078278" y="57244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F3E76FA5-14AD-2241-91A6-9895CD533B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935637">
                    <a:off x="8536535" y="53490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3EBF96F4-E618-8E4D-BA91-19C65B492A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167636" y="48647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0B03BAD7-7A1A-544B-9597-86076A3AE3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29476">
                    <a:off x="7858318" y="56640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B1920D2A-4BB2-7C47-8704-F21A4AE914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7366800" y="58553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8B1B5D2E-9845-B841-926B-3F04860B13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843399" y="43614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20A89B1D-1BD3-C64E-9659-8D28B9C0B8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941759" y="420334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E62B9EB-50C5-6B45-BC9C-368BABABFC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12653" y="374489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A3EA8EC-180D-664D-8696-AC6EDD4FE3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8167263" y="400314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85652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C1996FC-F280-0D4C-A894-759828AC79F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529B911-1C77-C141-BBC2-64695381DA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41FA130-B0BF-0544-B24D-9AECF9E0EBC7}"/>
                </a:ext>
              </a:extLst>
            </p:cNvPr>
            <p:cNvGrpSpPr/>
            <p:nvPr/>
          </p:nvGrpSpPr>
          <p:grpSpPr>
            <a:xfrm>
              <a:off x="4819606" y="1913620"/>
              <a:ext cx="3320787" cy="3372760"/>
              <a:chOff x="369925" y="121406"/>
              <a:chExt cx="3320787" cy="337276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D07B95CE-4672-5A4D-9D2D-58B74C21BB05}"/>
                  </a:ext>
                </a:extLst>
              </p:cNvPr>
              <p:cNvGrpSpPr/>
              <p:nvPr/>
            </p:nvGrpSpPr>
            <p:grpSpPr>
              <a:xfrm>
                <a:off x="369925" y="121406"/>
                <a:ext cx="3320787" cy="3372760"/>
                <a:chOff x="185130" y="-29140"/>
                <a:chExt cx="3320787" cy="337276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1F0FC9B-A4CD-D343-92AC-60CB424752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06055">
                  <a:off x="1137866" y="19470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E3623CF-5F72-4843-A57D-1BD5265EB1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47391">
                  <a:off x="63918" y="4855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181580A-AA59-E94E-8B88-CBEE1C8A33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670077" y="3690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956832F-B6AE-C84F-940D-04E34E84A4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8821" y="19391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9DB11EA-262B-7C4D-AD44-AA1D1D81A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37093">
                  <a:off x="1373965" y="22994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1068764-12DE-034C-ADBC-D76E2A16CF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050552" y="4910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2AB19FD-CCBF-9540-B8F3-041BEAAA46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23275">
                  <a:off x="-220204" y="229459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493D3C4-F1E7-DC4A-AA3A-9CBB16A998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1780" y="1057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C3C8DC6-741E-3C42-901A-48BE9CE28B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flipV="1">
                  <a:off x="2065917" y="168173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0EA9EBB-F1FB-7A40-8EA7-C03F78E777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1914702" y="118695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56182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A20182D-4713-714F-8432-56F0BA6038F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2DECB4B-8CCE-3147-B9D6-FB46FB36AB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6682EFF-8875-EC45-BC26-D10878A31B5A}"/>
                </a:ext>
              </a:extLst>
            </p:cNvPr>
            <p:cNvGrpSpPr/>
            <p:nvPr/>
          </p:nvGrpSpPr>
          <p:grpSpPr>
            <a:xfrm>
              <a:off x="4613832" y="1897575"/>
              <a:ext cx="3256847" cy="3520425"/>
              <a:chOff x="3702742" y="152945"/>
              <a:chExt cx="3256847" cy="352042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D78CC58-47D0-7B41-9178-DEAC4D5D4FEF}"/>
                  </a:ext>
                </a:extLst>
              </p:cNvPr>
              <p:cNvGrpSpPr/>
              <p:nvPr/>
            </p:nvGrpSpPr>
            <p:grpSpPr>
              <a:xfrm>
                <a:off x="3702742" y="152945"/>
                <a:ext cx="3256847" cy="3520425"/>
                <a:chOff x="3924593" y="418221"/>
                <a:chExt cx="3256847" cy="352042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2FDC922-74A0-8742-A342-37BF42BAFD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4220534" y="8163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E0978C2-55DB-2F43-A8CF-21EB111E4C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70908" y="15768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78C86FD-BB84-0947-9229-864A7C3990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09856">
                  <a:off x="6139594" y="18641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FE29D04-47AE-7843-A63A-34096A2479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23406">
                  <a:off x="5406427" y="14061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9AE357E-DE93-014D-9AAE-427F856FCF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39225" y="7505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EC160C4-CB07-6B43-8996-6BECBBD5CB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841072" y="20882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BF0F93B0-FE04-0940-9889-2697F40552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458501" y="2896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8EE5113-45FF-774F-BD21-7AC9F8BCEE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924593" y="2273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FE3A57A-725B-6E48-8B89-9D3A70035E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24870" y="251099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3C5C237-AD6A-954F-BB84-A7E3C35868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714598">
                <a:off x="5904897" y="79765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1442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716E5B5-9E23-E041-9166-AE2B5A7577C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A8C6C7B-2A8C-5A4B-99AC-DC82E2F6B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E4D0FBB-B0C9-EF4D-8CA2-351BC61C33BD}"/>
                </a:ext>
              </a:extLst>
            </p:cNvPr>
            <p:cNvGrpSpPr/>
            <p:nvPr/>
          </p:nvGrpSpPr>
          <p:grpSpPr>
            <a:xfrm>
              <a:off x="5023870" y="2107947"/>
              <a:ext cx="2912259" cy="2984106"/>
              <a:chOff x="7591760" y="364230"/>
              <a:chExt cx="2912259" cy="298410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28FCE6D-5394-8140-9F1B-14461C3CA159}"/>
                  </a:ext>
                </a:extLst>
              </p:cNvPr>
              <p:cNvGrpSpPr/>
              <p:nvPr/>
            </p:nvGrpSpPr>
            <p:grpSpPr>
              <a:xfrm>
                <a:off x="7591760" y="364230"/>
                <a:ext cx="2912259" cy="2984106"/>
                <a:chOff x="7799647" y="1184222"/>
                <a:chExt cx="2912259" cy="298410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23B90AF-6CB3-2C47-B79C-7370B19D9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230593" y="17427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EB6FE78-948C-CD41-A03A-3FC8A7A4CB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69081">
                  <a:off x="7952630" y="21687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2A8F00B6-6EC6-E34C-B0E4-0AC7C39F6B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26074" y="17829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5D865937-E70E-174A-99C3-BAC9AF1BC1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116837" y="30428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391D9E9-09A4-BD43-80C3-B28DD9CDFE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271906" y="22422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9102C47-3864-EB43-BA1F-67F3853AA6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44816">
                  <a:off x="8976124" y="13863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11427B79-A5F5-2842-AF26-CB9D5239B7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99647" y="1184222"/>
                  <a:ext cx="1440000" cy="681109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AF3D9D80-807C-C942-86E5-E13E3B1C02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87405">
                  <a:off x="9520002" y="31264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D8EC6D4-6CFD-ED40-8A7B-C8ED35915A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25312">
                  <a:off x="7627848" y="267119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27A9317-F80D-1B42-9FD9-AE5CF9BF5C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895984">
                <a:off x="8789349" y="226299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5764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8AAB703-422A-8C49-97E5-558F8E6A2DD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6A835E-64CD-FF44-AF7B-A4972B285E9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D29AE545-0B40-0247-8FBE-2DF1116B6B24}"/>
                </a:ext>
              </a:extLst>
            </p:cNvPr>
            <p:cNvGrpSpPr/>
            <p:nvPr/>
          </p:nvGrpSpPr>
          <p:grpSpPr>
            <a:xfrm>
              <a:off x="4709926" y="1915005"/>
              <a:ext cx="3540148" cy="3369989"/>
              <a:chOff x="1274143" y="3430718"/>
              <a:chExt cx="3540148" cy="336998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D7AEFF4C-2636-8349-9BE0-56EC47496EE1}"/>
                  </a:ext>
                </a:extLst>
              </p:cNvPr>
              <p:cNvGrpSpPr/>
              <p:nvPr/>
            </p:nvGrpSpPr>
            <p:grpSpPr>
              <a:xfrm>
                <a:off x="1274143" y="3430718"/>
                <a:ext cx="3540148" cy="3369989"/>
                <a:chOff x="1216758" y="3215405"/>
                <a:chExt cx="3540148" cy="336998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7989CAD-B665-844E-9CDB-AEF9BB0E34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84734">
                  <a:off x="3316906" y="45952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67B4C87-D996-C849-BD0E-7D701A544D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216758" y="3838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906D4F6-760A-9F4C-962D-B2E7070C62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918962" y="48959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757730C-0C67-FA4B-B34E-EAD95E10B4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882564" y="37845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97252375-302A-0442-8400-F93892271D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899">
                  <a:off x="2066617" y="55435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A317B9A1-48F3-4844-9E89-ACF1B479E4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44214">
                  <a:off x="1614139" y="47005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1813E43-DE02-F84B-B0AA-A26B82963E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15501">
                  <a:off x="1505868" y="53478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D5FDBA4-FC05-DC49-904E-EDF077B978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300973" y="36135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5943247-AEF9-6441-980C-19866EFFC6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271347" y="550641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1F08931-1E68-C54B-868D-4073EDB5AC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2862048" y="413693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51892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F922708D-2166-884C-B638-0F0FBF36B6B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FF4664F-2829-EA4E-9F04-421613F353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2DF2A7C-7A4F-F848-B975-2530DB71A11F}"/>
                </a:ext>
              </a:extLst>
            </p:cNvPr>
            <p:cNvGrpSpPr/>
            <p:nvPr/>
          </p:nvGrpSpPr>
          <p:grpSpPr>
            <a:xfrm>
              <a:off x="4689003" y="1915065"/>
              <a:ext cx="3581994" cy="3369869"/>
              <a:chOff x="5652794" y="3496067"/>
              <a:chExt cx="3581994" cy="336986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B370978B-BCCD-FC49-B072-DC0870B03148}"/>
                  </a:ext>
                </a:extLst>
              </p:cNvPr>
              <p:cNvGrpSpPr/>
              <p:nvPr/>
            </p:nvGrpSpPr>
            <p:grpSpPr>
              <a:xfrm>
                <a:off x="5652794" y="3496067"/>
                <a:ext cx="3411631" cy="3369869"/>
                <a:chOff x="5523178" y="3335948"/>
                <a:chExt cx="3411631" cy="3369869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C6A813B7-DB43-9A40-88F1-6BDC76B02A59}"/>
                    </a:ext>
                  </a:extLst>
                </p:cNvPr>
                <p:cNvGrpSpPr/>
                <p:nvPr/>
              </p:nvGrpSpPr>
              <p:grpSpPr>
                <a:xfrm>
                  <a:off x="5523178" y="3479485"/>
                  <a:ext cx="3411631" cy="3226332"/>
                  <a:chOff x="7131321" y="3660335"/>
                  <a:chExt cx="3411631" cy="3226332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2FD634F4-4671-F041-BED4-55C34D5BAD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524744" y="48640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B3BE15FC-6742-D74D-BCA6-3339517723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33327" y="52820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AE6DFE04-9EBA-6644-9EDD-2730AC70D7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637921">
                    <a:off x="7131321" y="40547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5FB262E7-F06B-8248-AF41-AFD20B0C36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31808">
                    <a:off x="9042402" y="499390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8EB37AD5-6AED-1B46-8B1C-F95758EA26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203696">
                    <a:off x="7329678" y="56891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93663559-E1E8-9040-A895-3F8D4408DB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102952" y="44648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2EDFB85-22AB-E643-85E8-7E64664AD0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111419" y="58448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31BF52EF-C56E-4B4A-84F6-2160499111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163884" y="405848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7D42214-1CCF-A849-8C78-D68E7C5467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4792">
                  <a:off x="6958128" y="373410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FA5F321-F3E5-3546-9B0B-8BBB78D45E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291953">
                <a:off x="7794788" y="5685890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07023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45A2034-F98D-1A40-B506-37E1C7029CE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A7D12E0-0596-0B4A-A77B-C4A4F5214EE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55C7DF2-D264-6A4B-B7F3-A69052A3F9C3}"/>
                </a:ext>
              </a:extLst>
            </p:cNvPr>
            <p:cNvGrpSpPr/>
            <p:nvPr/>
          </p:nvGrpSpPr>
          <p:grpSpPr>
            <a:xfrm>
              <a:off x="4889378" y="1930999"/>
              <a:ext cx="3181244" cy="3338001"/>
              <a:chOff x="906562" y="137607"/>
              <a:chExt cx="3181244" cy="333800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F9E9F17-C578-0240-B1D0-EC94733C1DFD}"/>
                  </a:ext>
                </a:extLst>
              </p:cNvPr>
              <p:cNvGrpSpPr/>
              <p:nvPr/>
            </p:nvGrpSpPr>
            <p:grpSpPr>
              <a:xfrm>
                <a:off x="906562" y="137607"/>
                <a:ext cx="3181244" cy="3338001"/>
                <a:chOff x="260309" y="38898"/>
                <a:chExt cx="3181244" cy="333800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36C9391-B570-8240-AB88-E2A84BAA28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40448" y="23350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25D9441-C800-3B41-8611-D56F897F40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7686">
                  <a:off x="1246329" y="950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3850008-7C5C-BE4C-8EEF-0994DFB75B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01553" y="13830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9F5256C-E279-904D-AD25-CD19795C1C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75657">
                  <a:off x="106374" y="4370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863ED47A-2E6C-024D-B7A0-5C9F719885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105839" y="1802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4F74BF7-A40A-9845-A4B4-A22F6F29CC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54677">
                  <a:off x="-121122" y="16284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B92B0286-2635-1E4A-AC66-239F5DFF1C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89006">
                  <a:off x="467952" y="53813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AFC2C28-621F-384D-8F5F-2FA18F3790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8871">
                  <a:off x="260309" y="24885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6106588-04AD-C949-A3FD-420A8CA451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90029" flipV="1">
                  <a:off x="304181" y="11805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0C00A40-8D65-3647-AAF9-6C92F2900E7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2442745" y="42879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64283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467AA320-14D8-4F48-ACE6-EBFC5C5F014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1928C08-A77A-5845-B3D8-D4739CAEF0D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B37CCBB-520E-5348-A41C-7312DA1FB2BA}"/>
                </a:ext>
              </a:extLst>
            </p:cNvPr>
            <p:cNvGrpSpPr/>
            <p:nvPr/>
          </p:nvGrpSpPr>
          <p:grpSpPr>
            <a:xfrm>
              <a:off x="4825514" y="1923282"/>
              <a:ext cx="3308972" cy="3353435"/>
              <a:chOff x="4104695" y="150505"/>
              <a:chExt cx="3308972" cy="335343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5E823FA-38F0-0B4C-92F0-839BC0C5A832}"/>
                  </a:ext>
                </a:extLst>
              </p:cNvPr>
              <p:cNvGrpSpPr/>
              <p:nvPr/>
            </p:nvGrpSpPr>
            <p:grpSpPr>
              <a:xfrm>
                <a:off x="4104695" y="150505"/>
                <a:ext cx="3308972" cy="3215123"/>
                <a:chOff x="4206604" y="392578"/>
                <a:chExt cx="3308972" cy="321512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42A4F8B0-A362-594B-87CC-A11D6EAA1F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2616">
                  <a:off x="4618301" y="893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44A4352-87A5-3349-A75B-0544D243F1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81666" y="22845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4A0AB89-E826-9B48-88FA-1EF7644DDC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4267158" y="1576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12A6BB9-AC48-B940-97C5-D719498390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075576" y="21059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EF8A826-3131-524A-9B5E-93C2AC3EFC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075575" y="7907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02F28DE-B3B4-394A-A649-9E7D02CB7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82429" y="2565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91F2D1B-EB73-0E47-9C2A-A3F6D1E464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87670">
                  <a:off x="4869664" y="22707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8B124B0-CB51-DA4D-A7AE-1E5182A1C0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00706" y="11361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9539F72-641F-8F4D-9F49-301E714314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82209">
                  <a:off x="4206604" y="10780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BEE2832-DB0E-EC46-910D-B34B803328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5805272" y="2460344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79294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316A3AF-D535-FC46-8676-268CDAF5D2F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611E174-5187-5B46-8172-1711A06DA982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F40D41E-1D7B-6E44-B0D3-B3CC84E5B449}"/>
                </a:ext>
              </a:extLst>
            </p:cNvPr>
            <p:cNvGrpSpPr/>
            <p:nvPr/>
          </p:nvGrpSpPr>
          <p:grpSpPr>
            <a:xfrm>
              <a:off x="4747281" y="2189356"/>
              <a:ext cx="3465437" cy="2821287"/>
              <a:chOff x="7242545" y="352182"/>
              <a:chExt cx="3465437" cy="282128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89EF6D1-7AB7-D64D-9F4B-96D5C70D5A50}"/>
                  </a:ext>
                </a:extLst>
              </p:cNvPr>
              <p:cNvGrpSpPr/>
              <p:nvPr/>
            </p:nvGrpSpPr>
            <p:grpSpPr>
              <a:xfrm>
                <a:off x="7242545" y="352182"/>
                <a:ext cx="3465437" cy="2821287"/>
                <a:chOff x="7502026" y="1159824"/>
                <a:chExt cx="3465437" cy="282128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43573665-3836-AA47-B74E-93ABA15DF3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26556" y="27483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5D88328-9C23-0F43-AD3A-23F7EE3029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502026" y="12410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10062C8-0717-2D40-936A-5A6695F0F5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26769">
                  <a:off x="9077369" y="15727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C221FC6-8266-DB47-B968-F987BC57D1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35544">
                  <a:off x="8076168" y="15464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06E3134-4FD9-B14D-896A-9E95317BD2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52261">
                  <a:off x="9527463" y="33374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D472870-E8DD-4D42-8074-3CDC86CBB8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488419" y="11598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9030D7E-F8EE-3143-933E-F0AF389B3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7812662" y="22925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624ED39-1C34-4744-AC70-89DAEBB1A9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3305">
                  <a:off x="8173965" y="31047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C43F499-90B1-BA44-ABAC-28E80DE7CB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892870" y="280781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5F8A72B-0328-E146-AA4B-1A61710C21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552182">
                <a:off x="9197553" y="140307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07921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B3065D46-90CB-DB47-BA13-B6626E7F9E4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A646C28-C96D-9741-B7DD-664C7F5D472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76A60E1-F010-1D42-B84F-FBD12D1F565D}"/>
                </a:ext>
              </a:extLst>
            </p:cNvPr>
            <p:cNvGrpSpPr/>
            <p:nvPr/>
          </p:nvGrpSpPr>
          <p:grpSpPr>
            <a:xfrm>
              <a:off x="4904233" y="1952221"/>
              <a:ext cx="3151533" cy="3295557"/>
              <a:chOff x="1670434" y="3209740"/>
              <a:chExt cx="3151533" cy="329555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7DECF8A-4DFE-5A49-ADC2-60A4C9120800}"/>
                  </a:ext>
                </a:extLst>
              </p:cNvPr>
              <p:cNvGrpSpPr/>
              <p:nvPr/>
            </p:nvGrpSpPr>
            <p:grpSpPr>
              <a:xfrm>
                <a:off x="1670434" y="3209740"/>
                <a:ext cx="3151533" cy="3295557"/>
                <a:chOff x="1420566" y="3075011"/>
                <a:chExt cx="3151533" cy="329555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248240AE-D6DD-7C41-BCF8-32E242AE7C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32192" y="34731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2B791DE-1942-F549-A289-6C234173DA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330949">
                  <a:off x="1259659" y="5328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23A967E-3657-1040-95F8-E0A759854F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021101" y="37125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97DC5FA-53D0-6A4B-9B8D-4C61750E9A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76688">
                  <a:off x="3146701" y="3618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AE6E1884-D82C-844D-AF40-23CBD417DA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19079">
                  <a:off x="1420566" y="4354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379CF38-3735-3546-A005-1C25D1E925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132099" y="54557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5A7181-F45C-BF4B-AAE1-27DD8448E6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666005" y="48611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E7111E7-2F3B-AA46-B352-1E1A551C92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302260" y="43387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8C9DC7C-CCB8-1848-ACC2-78B50731CA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408197" y="553540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FC8C586-1F3E-5149-9E6D-760521A224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3293187" y="4884510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83184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E45DC1CA-71A0-D345-9C2A-652E1CE9BEB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6F3F52C-5263-4249-A449-C8A96D2F38B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D34508B2-71FF-6446-944C-A809499C85F4}"/>
                </a:ext>
              </a:extLst>
            </p:cNvPr>
            <p:cNvGrpSpPr/>
            <p:nvPr/>
          </p:nvGrpSpPr>
          <p:grpSpPr>
            <a:xfrm>
              <a:off x="4775970" y="1994090"/>
              <a:ext cx="3408060" cy="3211820"/>
              <a:chOff x="5774261" y="3396655"/>
              <a:chExt cx="3408060" cy="321182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0E921CA-1DA2-DF4C-80A3-729EEAE8EDD5}"/>
                  </a:ext>
                </a:extLst>
              </p:cNvPr>
              <p:cNvGrpSpPr/>
              <p:nvPr/>
            </p:nvGrpSpPr>
            <p:grpSpPr>
              <a:xfrm>
                <a:off x="5774261" y="3396655"/>
                <a:ext cx="3408060" cy="3211820"/>
                <a:chOff x="5715163" y="3334263"/>
                <a:chExt cx="3408060" cy="3211820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F88B70E8-D43D-8F44-8523-F51732573DDF}"/>
                    </a:ext>
                  </a:extLst>
                </p:cNvPr>
                <p:cNvGrpSpPr/>
                <p:nvPr/>
              </p:nvGrpSpPr>
              <p:grpSpPr>
                <a:xfrm>
                  <a:off x="5715163" y="3334263"/>
                  <a:ext cx="3408060" cy="2546264"/>
                  <a:chOff x="7323306" y="3515113"/>
                  <a:chExt cx="3408060" cy="2546264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28B32192-C6C0-0040-9886-D880C5788B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60519">
                    <a:off x="7846246" y="531218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76078A69-C90A-D347-9F6E-3CE516DEFA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519151" y="45380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B2D0D986-E93F-364B-8F5F-55E13EF3D7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351590" y="38373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32D990F7-8650-3344-8CED-2F58526ABD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37029">
                    <a:off x="8607242" y="44029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4FB6E73C-1D5F-8A47-B7EC-4F10B92EBC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531103">
                    <a:off x="9291366" y="52109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A321906C-9E37-0A4D-AB21-52AAE4F3C7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46530">
                    <a:off x="9297241" y="39132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5DE5BC5A-A883-774C-B630-D5CD3F78880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77702">
                    <a:off x="7323306" y="54176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05DAE51-9DFD-9A49-BA72-3F96E179E97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930733" y="395501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13BAF5A-BD3D-9348-A27D-13459C9224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65597">
                  <a:off x="6595219" y="590239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7178513-9B3B-BF46-89BD-6B8B47974F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265550">
                <a:off x="7303945" y="5723240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42164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8DB69D38-5D6F-9441-A6DD-1415F9B2754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0A6A346-8DEA-9043-A60C-E0B56DDE602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7B9F6C4-FB9B-3540-B658-2057CCB8EE19}"/>
                </a:ext>
              </a:extLst>
            </p:cNvPr>
            <p:cNvGrpSpPr/>
            <p:nvPr/>
          </p:nvGrpSpPr>
          <p:grpSpPr>
            <a:xfrm>
              <a:off x="4914446" y="1979833"/>
              <a:ext cx="3131108" cy="3240333"/>
              <a:chOff x="137138" y="108646"/>
              <a:chExt cx="3131108" cy="324033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30EEE58-1B84-284B-9BD9-29A32EECEA4E}"/>
                  </a:ext>
                </a:extLst>
              </p:cNvPr>
              <p:cNvGrpSpPr/>
              <p:nvPr/>
            </p:nvGrpSpPr>
            <p:grpSpPr>
              <a:xfrm>
                <a:off x="137138" y="108646"/>
                <a:ext cx="3131108" cy="3240333"/>
                <a:chOff x="106189" y="132207"/>
                <a:chExt cx="3131108" cy="324033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A78E467-D4A9-C04D-B4A8-DB2241C5ED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78466">
                  <a:off x="1585407" y="22565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0EE80BE-C642-BF42-8809-4690928946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06189" y="10987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4D76250-DE78-BA48-9E9E-C36E391D76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59907">
                  <a:off x="1810597" y="1368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E3B4154-CAEF-C34B-8246-7D369A0FD4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165332" y="23306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D3583CB-BDB0-4549-9A7D-384055CCA9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1519" y="16022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3FA7455-5801-AB4D-B0B6-AED26D6989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797297" y="2853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EBBB39E2-DCF5-F44C-8A2C-F899EEA7C3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80755" y="602565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4B08ACE-9CEF-894E-894C-8F8AF1C780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1776">
                  <a:off x="55156" y="5303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AE4D4F8-2EB8-5144-9B6F-5969872F0C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41033" flipV="1">
                  <a:off x="944663" y="227778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C185E75-AF08-5B44-BDBA-1FD8317493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1630860" y="98131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08099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F69B0F6-371D-A54F-9280-A4A60B6BCBF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9641C9-3BD6-9F4C-B426-0F804B9F7FC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A977F08-B403-AD49-9D1B-F0A40FB5987C}"/>
                </a:ext>
              </a:extLst>
            </p:cNvPr>
            <p:cNvGrpSpPr/>
            <p:nvPr/>
          </p:nvGrpSpPr>
          <p:grpSpPr>
            <a:xfrm>
              <a:off x="4804720" y="2014200"/>
              <a:ext cx="3350559" cy="3171600"/>
              <a:chOff x="3682391" y="0"/>
              <a:chExt cx="3350559" cy="3176982"/>
            </a:xfrm>
            <a:noFill/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9E2B14A-904C-E44F-AF9C-7A14A691D786}"/>
                  </a:ext>
                </a:extLst>
              </p:cNvPr>
              <p:cNvGrpSpPr/>
              <p:nvPr/>
            </p:nvGrpSpPr>
            <p:grpSpPr>
              <a:xfrm>
                <a:off x="3682391" y="0"/>
                <a:ext cx="3350559" cy="3176982"/>
                <a:chOff x="4264227" y="343000"/>
                <a:chExt cx="3350559" cy="3176982"/>
              </a:xfrm>
              <a:grpFill/>
            </p:grpSpPr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2646F782-CBA5-4641-9D33-870A12B58B5B}"/>
                    </a:ext>
                  </a:extLst>
                </p:cNvPr>
                <p:cNvSpPr/>
                <p:nvPr/>
              </p:nvSpPr>
              <p:spPr>
                <a:xfrm>
                  <a:off x="4293600" y="486326"/>
                  <a:ext cx="3033656" cy="3033656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dirty="0"/>
                    <a:t>=</a:t>
                  </a:r>
                  <a:endParaRPr kumimoji="1" lang="zh-TW" altLang="en-US" dirty="0"/>
                </a:p>
              </p:txBody>
            </p: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86633E2-0618-144A-BFD5-293661C587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24668">
                  <a:off x="4683415" y="907184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4F510A1-A2E1-C54A-B140-249C5B0019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031278" y="1925583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EA74F99-0DAD-6245-9A0E-85B1FAE8F8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66888">
                  <a:off x="5533821" y="741153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DD92398-F8A4-C743-8127-9865C27AC8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5996">
                  <a:off x="4380593" y="1668521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752F78C-F64D-114E-BF5D-0BF780E965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866074" y="2040730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BD1808E1-5D61-634F-86F2-E2A336750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10342" y="2697335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4C86C86-B4EA-0841-9590-1DA389EFED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74786" y="1176332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156577EF-F2C4-0644-8526-EE839201CC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38372">
                  <a:off x="5269137" y="2059432"/>
                  <a:ext cx="1440000" cy="643693"/>
                </a:xfrm>
                <a:prstGeom prst="rect">
                  <a:avLst/>
                </a:prstGeom>
                <a:grpFill/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2A03A55-5DD0-B542-8C80-F7D9FFFE48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9170807">
                <a:off x="5184774" y="2473812"/>
                <a:ext cx="1440000" cy="647191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641523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EAAD41C-12BB-3743-A54F-ED8A84C3BCC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B8E42A2-FFE4-6542-8AF0-27F315A6EAA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FA3653F-7B99-264C-AD30-377FDA6BE2FD}"/>
                </a:ext>
              </a:extLst>
            </p:cNvPr>
            <p:cNvGrpSpPr/>
            <p:nvPr/>
          </p:nvGrpSpPr>
          <p:grpSpPr>
            <a:xfrm>
              <a:off x="4915035" y="2065531"/>
              <a:ext cx="3129929" cy="3068938"/>
              <a:chOff x="7335138" y="436633"/>
              <a:chExt cx="3129929" cy="307150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5DFAB83-74C9-0346-82DA-E8D5E8B9C01A}"/>
                  </a:ext>
                </a:extLst>
              </p:cNvPr>
              <p:cNvGrpSpPr/>
              <p:nvPr/>
            </p:nvGrpSpPr>
            <p:grpSpPr>
              <a:xfrm>
                <a:off x="7335138" y="436633"/>
                <a:ext cx="3129929" cy="3071509"/>
                <a:chOff x="7623982" y="1121282"/>
                <a:chExt cx="3129929" cy="307150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DF1573D9-A5DA-604F-B1BB-9EEB1C577E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033297" y="31509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1C2DAA5-BD5D-9745-B741-4FDBFC866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087700" y="12289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71CF132-CB35-0044-9D91-D128B97670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294871" y="11212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C9059DD-0094-CF48-8980-B3BC8EB9CC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623982" y="28421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40C7FA22-020D-784E-9989-BFF2AD610F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33040" y="18208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391D851-47AB-9B43-9A10-A1547C0359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559301" y="14818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29671A40-54E2-7842-B5B6-DCBB921603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313911" y="2508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E3451F6-5890-5647-A4F3-D22DBC54C2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21090">
                  <a:off x="9270957" y="33298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876828D-920F-EB4B-84FA-BD6BE6ABA4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49764">
                  <a:off x="8181831" y="271713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45B77E1-8192-0B4E-9870-917B423B96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9391456" y="128283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90685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7DB39D15-93E7-7047-8D15-1A589AC9B2D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4446645-E249-9A47-B5AC-97116C0EB74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C01207C-BDB7-9B4A-93D8-F450FD252CEE}"/>
                </a:ext>
              </a:extLst>
            </p:cNvPr>
            <p:cNvGrpSpPr/>
            <p:nvPr/>
          </p:nvGrpSpPr>
          <p:grpSpPr>
            <a:xfrm>
              <a:off x="4776355" y="2184957"/>
              <a:ext cx="3407289" cy="2830086"/>
              <a:chOff x="1704006" y="3864192"/>
              <a:chExt cx="3407289" cy="283008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5B123CF-18BB-174F-8B5E-A5961C1D6332}"/>
                  </a:ext>
                </a:extLst>
              </p:cNvPr>
              <p:cNvGrpSpPr/>
              <p:nvPr/>
            </p:nvGrpSpPr>
            <p:grpSpPr>
              <a:xfrm>
                <a:off x="1704006" y="3864192"/>
                <a:ext cx="2927294" cy="2830086"/>
                <a:chOff x="1454966" y="3566329"/>
                <a:chExt cx="2927294" cy="283008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A67E0C4-55AE-634D-AABB-D9FD04B625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2898438" y="35663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356EBFF-BB13-0C4D-B793-9FDD415692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454966" y="36701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DC636441-07F5-844D-B831-5CAD5AB4B9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76048">
                  <a:off x="1862953" y="52305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E4BBBFC-ED4F-214E-B410-8E8D2BDED0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6138">
                  <a:off x="3302997" y="3982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60DEA55-9B06-7547-BC23-0625AD5D95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34145">
                  <a:off x="1912527" y="36884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932B7EAD-0210-424B-9D2B-075FF27A9A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76507">
                  <a:off x="1421986" y="45214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291C9B71-1375-4147-91F4-6D0B6FFE3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0792">
                  <a:off x="1404035" y="53545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FC0B1D5-E6EB-D147-BB79-507137019F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6951">
                  <a:off x="2942260" y="46202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719DF35-6244-F04E-B084-C7F1A0BC49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777092" y="534159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566B298-2224-7446-9643-280262E5DC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731279">
                <a:off x="3671295" y="562239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6649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A168DFED-8E3F-074E-AAF9-29A66C192DB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D719137-80F3-8448-A0D4-8246B15AFF0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839B8BE-F428-024B-AD79-C2D3D01DD667}"/>
                </a:ext>
              </a:extLst>
            </p:cNvPr>
            <p:cNvGrpSpPr/>
            <p:nvPr/>
          </p:nvGrpSpPr>
          <p:grpSpPr>
            <a:xfrm>
              <a:off x="4995318" y="2047618"/>
              <a:ext cx="2969363" cy="3104763"/>
              <a:chOff x="5828111" y="3755509"/>
              <a:chExt cx="2969363" cy="310476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5C8C27D-0D22-0842-B817-05948722AAAC}"/>
                  </a:ext>
                </a:extLst>
              </p:cNvPr>
              <p:cNvGrpSpPr/>
              <p:nvPr/>
            </p:nvGrpSpPr>
            <p:grpSpPr>
              <a:xfrm>
                <a:off x="5828111" y="3755509"/>
                <a:ext cx="2969363" cy="2816906"/>
                <a:chOff x="5799589" y="3693318"/>
                <a:chExt cx="2969363" cy="2816906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2BEE279E-DA06-DD44-A893-5D1B59F43049}"/>
                    </a:ext>
                  </a:extLst>
                </p:cNvPr>
                <p:cNvGrpSpPr/>
                <p:nvPr/>
              </p:nvGrpSpPr>
              <p:grpSpPr>
                <a:xfrm>
                  <a:off x="5799589" y="3693318"/>
                  <a:ext cx="2969363" cy="2803068"/>
                  <a:chOff x="7407732" y="3874168"/>
                  <a:chExt cx="2969363" cy="2803068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E845B78B-5EAE-E146-A373-8BF3A9A7C7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727747">
                    <a:off x="9199777" y="55093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F7047B9E-F7E0-9E4F-B7F0-F4AEF9D699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705566">
                    <a:off x="7426795" y="46969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8310A337-84F9-F948-A06D-CCEE71FBB2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93355">
                    <a:off x="7818544" y="563538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A67857D1-42EC-4849-ABEB-B8A449FE5F5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9282703" y="44291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BA234E46-01B7-784B-B8EC-EBF13E86F3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007496" y="43088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0A180D0B-70CB-6E44-BC6B-6144D9BD52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937095" y="51713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79E9CB4D-4096-2640-A1C1-049242D39E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9293">
                    <a:off x="8844255" y="38741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DFCA7141-BB59-824A-A082-E29646B107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501634">
                    <a:off x="7407732" y="400901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6FF2817-B3DF-C44A-8310-14895BBA2D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22061" y="54683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CB7C363-25C4-7E42-A17E-B2C2AE9484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536541">
                <a:off x="7209755" y="581667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50351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99C370E-7738-2044-9CA7-694F7BDF4D9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CF9571-B8A0-C74F-8DF6-8F9F51258F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84D254E-FBE4-814B-B378-441FF1374E5F}"/>
                </a:ext>
              </a:extLst>
            </p:cNvPr>
            <p:cNvGrpSpPr/>
            <p:nvPr/>
          </p:nvGrpSpPr>
          <p:grpSpPr>
            <a:xfrm>
              <a:off x="4686940" y="1939119"/>
              <a:ext cx="3586120" cy="3321761"/>
              <a:chOff x="401501" y="145217"/>
              <a:chExt cx="3586120" cy="332176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5872300-2EC8-AB41-BB2B-E95A3D1D3BA1}"/>
                  </a:ext>
                </a:extLst>
              </p:cNvPr>
              <p:cNvGrpSpPr/>
              <p:nvPr/>
            </p:nvGrpSpPr>
            <p:grpSpPr>
              <a:xfrm>
                <a:off x="401501" y="145217"/>
                <a:ext cx="3586120" cy="3321761"/>
                <a:chOff x="-185836" y="4242"/>
                <a:chExt cx="3586120" cy="332176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D8EEEAF4-4563-E94E-B8C0-0F46C50901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40357">
                  <a:off x="-35809" y="2087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8BAF397-CC99-8A4A-89DF-D9F56DDB0A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369337" y="4023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35B0DE15-94A7-5C4A-A9C5-4A4AE0BB1A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52779" y="23544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1FDB44D-ED58-7C41-ACE2-A5FA7C24E5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960284" y="16649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ED12C18-AE65-E044-BF30-74EDC1BB74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20232" y="22841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86CC3A9-59CD-BE47-A46D-D5F3013DA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94165">
                  <a:off x="-185836" y="11268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E6F5CF7F-2B9D-9C4E-B01D-FE9F96C853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584893" y="64098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20518F1-713C-1B4F-B1EE-C1DC853A2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4147" y="3712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F514B97-7A90-DC42-8CCB-04BC2CB7EB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96394" flipV="1">
                  <a:off x="300010" y="160623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6C9AC0B-651A-CC44-BF7E-4A0D6D2FBB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2249680" y="1167597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421405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C50512F-F876-1A4E-9529-56D0F5BA93C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C500F9F-5C15-F440-8E9F-C7245D401E0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EFD5F86-7099-9E45-A022-22C8EDB98B0C}"/>
                </a:ext>
              </a:extLst>
            </p:cNvPr>
            <p:cNvGrpSpPr/>
            <p:nvPr/>
          </p:nvGrpSpPr>
          <p:grpSpPr>
            <a:xfrm>
              <a:off x="4811322" y="1930567"/>
              <a:ext cx="3337355" cy="3338865"/>
              <a:chOff x="4337405" y="297245"/>
              <a:chExt cx="3337355" cy="333886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1633AA8-EF7B-8945-8F8B-C2889858D6F5}"/>
                  </a:ext>
                </a:extLst>
              </p:cNvPr>
              <p:cNvGrpSpPr/>
              <p:nvPr/>
            </p:nvGrpSpPr>
            <p:grpSpPr>
              <a:xfrm>
                <a:off x="4337405" y="297245"/>
                <a:ext cx="3337355" cy="3338865"/>
                <a:chOff x="4246178" y="425732"/>
                <a:chExt cx="3337355" cy="333886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6688979-D5DA-1449-96F3-8B8735C2B0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25272">
                  <a:off x="4541357" y="10883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F06521D-8276-CD46-ACB5-53503E7021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5818">
                  <a:off x="5854528" y="1951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8076B4A-36FC-2C42-8E63-3030F9B123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246178" y="7747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0E54D94-6F23-8348-A34F-302E27714A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75299" y="18452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9293E00C-5CD6-1540-8747-A0463A44EE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01349">
                  <a:off x="5444012" y="8238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774416B-E1C6-D444-9A87-F1079F9385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815692" y="24840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97FA968-824B-CD4D-B011-15A4492BB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85251" y="26041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9A316FD-99F2-2446-8731-20748D1127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57550" y="27227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9B8F450-5F20-2E42-B2D1-B46AFDCF0D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88977">
                  <a:off x="6143533" y="135654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EAD9893-2E3A-3B4B-B833-0E627B0116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648680">
                <a:off x="5994455" y="83999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5801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62BCB15-ADE2-2246-B939-C08A10E17B7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AA7F502-BF3E-AD46-BF0E-4423E62684F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A36FCBA-5DD5-4C4C-9CE6-E21CB9B32A74}"/>
                </a:ext>
              </a:extLst>
            </p:cNvPr>
            <p:cNvGrpSpPr/>
            <p:nvPr/>
          </p:nvGrpSpPr>
          <p:grpSpPr>
            <a:xfrm>
              <a:off x="4926639" y="2173490"/>
              <a:ext cx="3106722" cy="2853020"/>
              <a:chOff x="7915713" y="536193"/>
              <a:chExt cx="3106722" cy="285302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5ECEF16E-1F9F-2349-B266-AF7A191B3E82}"/>
                  </a:ext>
                </a:extLst>
              </p:cNvPr>
              <p:cNvGrpSpPr/>
              <p:nvPr/>
            </p:nvGrpSpPr>
            <p:grpSpPr>
              <a:xfrm>
                <a:off x="7915713" y="536193"/>
                <a:ext cx="3030689" cy="2853020"/>
                <a:chOff x="7682935" y="1185303"/>
                <a:chExt cx="3030689" cy="285302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892C757-609D-C149-8A87-3D1906A56F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68859" y="24126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DD3F141-DF41-3F46-A332-740ED68251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7977913" y="32364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452B057-8613-8947-BB33-9CCAF21D58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71778" y="18567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9D14BC52-05F4-3F4E-8117-B94F7A7D0E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77148">
                  <a:off x="7965852" y="19916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6BCC5CB-FF8C-0B43-97A8-D3570079E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153432" y="11853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55A10F2-55AB-4F4E-AAAA-72B5504917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005468" y="29964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023ACFB4-47CD-2B4E-8445-C8591DDCEA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54425">
                  <a:off x="8578719" y="11921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AFE9203-7D86-2C4F-8635-38B26DB83E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682935" y="12869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FD4A22E-A68E-7E4B-A185-6C95F5839F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55629">
                  <a:off x="9654965" y="298323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EDC5D37-6C6F-5C4A-9D16-6A16905BFB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9582435" y="171118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33934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CDD27C0-0DC2-484B-A6F3-A61B83E053F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452302C-251E-5C40-B8E4-EC6AB01A3B3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E1A93F3-30C2-A343-A5E3-F6713AD8EF08}"/>
                </a:ext>
              </a:extLst>
            </p:cNvPr>
            <p:cNvGrpSpPr/>
            <p:nvPr/>
          </p:nvGrpSpPr>
          <p:grpSpPr>
            <a:xfrm>
              <a:off x="5141868" y="1937788"/>
              <a:ext cx="3195671" cy="3480212"/>
              <a:chOff x="2768663" y="3495923"/>
              <a:chExt cx="3195671" cy="348021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397EC2D-86E1-B84C-B6C2-490AB9D7885C}"/>
                  </a:ext>
                </a:extLst>
              </p:cNvPr>
              <p:cNvGrpSpPr/>
              <p:nvPr/>
            </p:nvGrpSpPr>
            <p:grpSpPr>
              <a:xfrm>
                <a:off x="2768663" y="3495923"/>
                <a:ext cx="3195671" cy="3480212"/>
                <a:chOff x="1781022" y="3236091"/>
                <a:chExt cx="3195671" cy="348021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839844C-1716-9343-8B42-DF3838A4C2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2690584" y="34628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EB0B7FD-6E9D-6F45-AA10-2421E583EE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071997" y="49049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CA16F09-D22E-3E48-A1F7-D1203FFF83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513">
                  <a:off x="3536693" y="53489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31F5BCC-8A6F-214E-9825-8372233048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4227">
                  <a:off x="1511170" y="5658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06E9405-BE4F-224C-9E4D-44741A604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382869" y="3677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A53C91A-16A2-484E-8637-12BA16D3C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64043" y="39314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A90B6C1-E9DC-B749-881D-1A8B07276C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42732">
                  <a:off x="1459941" y="47192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D01C078-E2E5-504C-AE5F-F15B10BB14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37311">
                  <a:off x="3375694" y="36342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BCCE8B6-0454-3542-B9C3-3BEF854296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04435">
                  <a:off x="2712966" y="567445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8776E17-C87A-274D-B513-2E989C7AB5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438524">
                <a:off x="4053902" y="4669133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65917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CC61804E-25B6-A54C-ABC5-14D6A35762A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102892-3399-4E42-98CA-769C9A37BCA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0090A0B-6086-BF49-892C-7F3F15FE498C}"/>
                </a:ext>
              </a:extLst>
            </p:cNvPr>
            <p:cNvGrpSpPr/>
            <p:nvPr/>
          </p:nvGrpSpPr>
          <p:grpSpPr>
            <a:xfrm>
              <a:off x="4811887" y="1934479"/>
              <a:ext cx="3336225" cy="3483521"/>
              <a:chOff x="6195272" y="3495643"/>
              <a:chExt cx="3336225" cy="348352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9345D08-CCBD-534B-B073-E791577EC0AF}"/>
                  </a:ext>
                </a:extLst>
              </p:cNvPr>
              <p:cNvGrpSpPr/>
              <p:nvPr/>
            </p:nvGrpSpPr>
            <p:grpSpPr>
              <a:xfrm>
                <a:off x="6195272" y="3495643"/>
                <a:ext cx="3336225" cy="2873015"/>
                <a:chOff x="5810850" y="3319343"/>
                <a:chExt cx="3336225" cy="2873015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C4B81B68-CF18-EA47-8A4A-D0ADE1050B71}"/>
                    </a:ext>
                  </a:extLst>
                </p:cNvPr>
                <p:cNvGrpSpPr/>
                <p:nvPr/>
              </p:nvGrpSpPr>
              <p:grpSpPr>
                <a:xfrm>
                  <a:off x="5810850" y="3319343"/>
                  <a:ext cx="3336225" cy="2873015"/>
                  <a:chOff x="7418993" y="3500193"/>
                  <a:chExt cx="3336225" cy="2873015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ABB242FD-9CB8-4F49-9ACA-718D0B42A6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846455" y="44493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76A28C06-8D61-024C-8EE1-2C5CD6667E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418993" y="57295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258BBFB6-89F8-FB44-A18B-FF3356A29F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93355">
                    <a:off x="8096215" y="3898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00DBBA09-A65D-3640-B344-7AB47086CF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5088">
                    <a:off x="9400015" y="41053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300A54EE-1505-8C44-81EE-02488603C6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55866">
                    <a:off x="7440957" y="46514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38FF35EF-9948-3F40-9DD7-85BBC3B16F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315218" y="54029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903755AD-BC50-604F-BB6C-6AEFF6F84C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816384">
                    <a:off x="7375128" y="42327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97C7B413-7B0D-7441-9B49-0E83BC575D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482269" y="560503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323615C-E007-2E4C-9D22-4940B59CBC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70283" y="49624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2A2BC44-11E2-5F45-A214-FB6A9AB3F6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7468435" y="593556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680714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F7E1BB0-8374-B842-AE51-4D87DF514DC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A76B3C0-64AA-5E43-A9D7-44E6223B28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198A4A8-9C47-F34B-B37A-F1B894B73179}"/>
                </a:ext>
              </a:extLst>
            </p:cNvPr>
            <p:cNvGrpSpPr/>
            <p:nvPr/>
          </p:nvGrpSpPr>
          <p:grpSpPr>
            <a:xfrm>
              <a:off x="4730604" y="1950853"/>
              <a:ext cx="3498791" cy="3298293"/>
              <a:chOff x="563934" y="72728"/>
              <a:chExt cx="3498791" cy="329829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7CBC80E-3EB4-E94D-B5EA-244F1C269415}"/>
                  </a:ext>
                </a:extLst>
              </p:cNvPr>
              <p:cNvGrpSpPr/>
              <p:nvPr/>
            </p:nvGrpSpPr>
            <p:grpSpPr>
              <a:xfrm>
                <a:off x="563934" y="72728"/>
                <a:ext cx="3356297" cy="3298293"/>
                <a:chOff x="-213290" y="63805"/>
                <a:chExt cx="3356297" cy="329829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623583ED-0A24-6B4F-A1E2-685F3086A9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714543" y="9151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65099A6-247B-BC4E-8DFE-E62380000F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02334">
                  <a:off x="1703007" y="3628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B6B87A0-67BF-DE45-90B7-3D5F8070DD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439877" y="2320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452437F-C13C-444A-AA25-43859DB6E5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5920">
                  <a:off x="531882" y="18533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20B84510-CB70-FD4C-B2E3-F480EFA4C5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-17906" y="2195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F481904-A493-304C-AB98-40E87FE805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36722">
                  <a:off x="-109039" y="1422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F1EA586-2F15-2C40-9E73-FD99BE7AFB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33175">
                  <a:off x="-213290" y="81061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F856D65-26C7-0548-AC12-92B07A672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25038" y="4619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E628AF5-32EA-294A-B7B0-9248FADA2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 flipV="1">
                  <a:off x="1009129" y="72930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30D9379-2EEE-5142-A26E-B7BE7F30EE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2622725" y="1753664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60308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0D491B3-BD78-894D-B1DF-31EFA259087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CA6EA5-3027-4B47-A9C6-C835E01FE12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9D53DEF-434F-0148-BCBB-903F3E384543}"/>
                </a:ext>
              </a:extLst>
            </p:cNvPr>
            <p:cNvGrpSpPr/>
            <p:nvPr/>
          </p:nvGrpSpPr>
          <p:grpSpPr>
            <a:xfrm>
              <a:off x="4696209" y="2313987"/>
              <a:ext cx="3567582" cy="3049149"/>
              <a:chOff x="4009034" y="348750"/>
              <a:chExt cx="3567582" cy="304914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D9FEF27-F5E0-A844-AB28-2D32F50CAECB}"/>
                  </a:ext>
                </a:extLst>
              </p:cNvPr>
              <p:cNvGrpSpPr/>
              <p:nvPr/>
            </p:nvGrpSpPr>
            <p:grpSpPr>
              <a:xfrm>
                <a:off x="4009034" y="348750"/>
                <a:ext cx="3567582" cy="3049149"/>
                <a:chOff x="4026027" y="623286"/>
                <a:chExt cx="3567582" cy="304914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6A81CC16-D13E-9B4A-8A4B-216C77698B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026027" y="6232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EFF80B0-649F-9A48-881C-AB86CE31A0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930951" y="7685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0834D48-4626-2044-9372-4ED95A41E7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22104">
                  <a:off x="5789743" y="19347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4FEA76E-59AA-864E-93BC-B142D6291F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87242" y="14712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44118DAC-B069-524B-9B3C-0A510BB4FE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58141">
                  <a:off x="5948300" y="26305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D8EC355-10F9-B04E-9866-3208A4AEB4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76917" y="22413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C252A15-1C0F-EB48-A062-2EE4E814D9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70329" y="21249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EB61FA2-B839-ED41-9762-83DD0BB317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48056">
                  <a:off x="4270909" y="25022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FAB2C1A-AE86-AA41-BC18-CF96D0E633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53195">
                  <a:off x="6153609" y="112500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8F6D890-3926-B548-9B76-C22F3F2D6A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205110">
                <a:off x="5763570" y="540357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49236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59B98604-F47B-9E41-B260-F86CD500447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18F966-4353-F544-8D40-864E8A45EE6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33BEA9C-E978-2E49-A217-885CB6E2073A}"/>
                </a:ext>
              </a:extLst>
            </p:cNvPr>
            <p:cNvGrpSpPr/>
            <p:nvPr/>
          </p:nvGrpSpPr>
          <p:grpSpPr>
            <a:xfrm>
              <a:off x="4612120" y="1970974"/>
              <a:ext cx="3735759" cy="3258052"/>
              <a:chOff x="8019891" y="429615"/>
              <a:chExt cx="3735759" cy="325805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E34D5B1-0882-A842-9BB2-D2F9E0C7E5F0}"/>
                  </a:ext>
                </a:extLst>
              </p:cNvPr>
              <p:cNvGrpSpPr/>
              <p:nvPr/>
            </p:nvGrpSpPr>
            <p:grpSpPr>
              <a:xfrm>
                <a:off x="8019891" y="604411"/>
                <a:ext cx="3735759" cy="3083256"/>
                <a:chOff x="7429884" y="1248378"/>
                <a:chExt cx="3735759" cy="308325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ABE5B57-9C2A-2B43-A5BA-3EF1EB8816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9644836" y="1661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D0B649B1-1274-2240-BE9B-8FC48D1005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21589">
                  <a:off x="8353842" y="32897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2FBBFF55-FD6D-494D-ABF9-11849C7A4F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73891" y="28856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CA2005F-64C5-754F-95C5-4CB7E7F736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9207449" y="26133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912F1E2-E261-0641-9EED-E980B30E72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152610" y="18496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FA3C2FD-28CE-D045-AC70-0AFDAEB82C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429884" y="12637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BFC92D7-C174-1442-ACC9-2EBC4F28A7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455220">
                  <a:off x="9725643" y="31649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FA8E5E3-FDB4-6D46-90E1-B4E2999373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874752" y="20193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A0A328A-DE20-FA43-BF80-AF7E5CE420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233262" y="124837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DE20882-5A52-404C-927D-6639156A2E5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9652486" y="42961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393401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B6FDF02-3282-C543-9F76-6114EA35F24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EC28B43-7324-DA40-A7E7-C184C5453C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BC25EE0-C826-5B4B-B1D1-F3B762B08B1E}"/>
                </a:ext>
              </a:extLst>
            </p:cNvPr>
            <p:cNvGrpSpPr/>
            <p:nvPr/>
          </p:nvGrpSpPr>
          <p:grpSpPr>
            <a:xfrm>
              <a:off x="4962674" y="1936518"/>
              <a:ext cx="3034651" cy="3326963"/>
              <a:chOff x="1610530" y="3263547"/>
              <a:chExt cx="3034651" cy="332696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68FAB52-E946-6148-9D7E-A8B86C93976A}"/>
                  </a:ext>
                </a:extLst>
              </p:cNvPr>
              <p:cNvGrpSpPr/>
              <p:nvPr/>
            </p:nvGrpSpPr>
            <p:grpSpPr>
              <a:xfrm>
                <a:off x="1610530" y="3263547"/>
                <a:ext cx="3034651" cy="3326963"/>
                <a:chOff x="1498611" y="3239820"/>
                <a:chExt cx="3034651" cy="332696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163F493-50F5-B94E-B8D4-9DA20B3F01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213837" y="3630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327A97B-6094-A348-885C-D2431C056E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894768" y="55249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06DB13F8-046D-1449-AE59-E046645795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093262" y="55464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414244B-613F-6A46-AF9F-A4AF72A7AF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574936" y="52104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69854AC-06FC-8440-A7BE-085094F360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97909">
                  <a:off x="1282076" y="37572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89C9B46-E1C6-A445-804E-685BC87BAD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185454" y="3637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3ADA731-33C6-A24C-BBE3-C866152AAD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498611" y="50562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EA7A963-2B60-8B4A-8AD3-F97331B845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19065">
                  <a:off x="3297278" y="50819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B591B5F-9225-354F-AB51-3B2B5DB9CF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71516" y="424345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A8C1DD2-2373-C54C-B3C3-C022DFC1BE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197198">
                <a:off x="3116835" y="4202254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4635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77B86D90-F270-FD41-8CE3-B1A73D4A9B1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305241B-7345-4E40-86D4-CCFEBE56235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6AE7049-42A3-6E4F-84F9-F957E851CA89}"/>
                </a:ext>
              </a:extLst>
            </p:cNvPr>
            <p:cNvGrpSpPr/>
            <p:nvPr/>
          </p:nvGrpSpPr>
          <p:grpSpPr>
            <a:xfrm>
              <a:off x="4777908" y="2148673"/>
              <a:ext cx="3404183" cy="2902653"/>
              <a:chOff x="6228915" y="3345660"/>
              <a:chExt cx="3404183" cy="290265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E67268D-E8B9-E647-827F-2BE198FAC02D}"/>
                  </a:ext>
                </a:extLst>
              </p:cNvPr>
              <p:cNvGrpSpPr/>
              <p:nvPr/>
            </p:nvGrpSpPr>
            <p:grpSpPr>
              <a:xfrm>
                <a:off x="6228915" y="3345660"/>
                <a:ext cx="3190471" cy="2858393"/>
                <a:chOff x="5670966" y="3319343"/>
                <a:chExt cx="3190471" cy="2858393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05FA76F5-66FB-AB43-913E-95D0E6EC9A5B}"/>
                    </a:ext>
                  </a:extLst>
                </p:cNvPr>
                <p:cNvGrpSpPr/>
                <p:nvPr/>
              </p:nvGrpSpPr>
              <p:grpSpPr>
                <a:xfrm>
                  <a:off x="5670966" y="3319343"/>
                  <a:ext cx="2946058" cy="2858393"/>
                  <a:chOff x="7279109" y="3500193"/>
                  <a:chExt cx="2946058" cy="285839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94B257C6-326E-9349-9795-849E0649D8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808266" y="43081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402F0A25-1965-A846-B30E-2EA1030684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586847" y="57148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3A4CB056-D3BB-C74C-9745-5A7EC5271B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75379">
                    <a:off x="8096215" y="3898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1D16F263-02DD-DB4B-A250-E2983509A5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5088">
                    <a:off x="7930932" y="44537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2B574298-0391-8A47-A23B-078324A7EE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183321" y="50461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2A60E1F2-C815-1D47-BB15-DF69DAE048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50577">
                    <a:off x="7279109" y="52214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3D92C5E1-91A3-AB4C-9731-499CA3E6D9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299401" y="39980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2FA62E-11C4-1542-809E-D5EFAC574E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47310">
                    <a:off x="8752677" y="549843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E08A017-2CFD-4F43-8C81-634ACD0B36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17797">
                  <a:off x="7819591" y="383146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1B2FDC8-9791-A74F-9189-E49A45E52B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004264">
                <a:off x="8193098" y="560112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012732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11CBE40-D015-1246-803D-D971BF0AAEC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3B1143B-E435-B048-97C5-C53DB464AD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E54AFDF-5BE9-BB4E-BA9E-4D5BCB2FD57C}"/>
                </a:ext>
              </a:extLst>
            </p:cNvPr>
            <p:cNvGrpSpPr/>
            <p:nvPr/>
          </p:nvGrpSpPr>
          <p:grpSpPr>
            <a:xfrm>
              <a:off x="4880123" y="2136057"/>
              <a:ext cx="3199754" cy="2927885"/>
              <a:chOff x="524021" y="365782"/>
              <a:chExt cx="3199754" cy="292788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B4CF4F87-FA5B-BC4D-9E65-D4015FE99EE9}"/>
                  </a:ext>
                </a:extLst>
              </p:cNvPr>
              <p:cNvGrpSpPr/>
              <p:nvPr/>
            </p:nvGrpSpPr>
            <p:grpSpPr>
              <a:xfrm>
                <a:off x="524021" y="365782"/>
                <a:ext cx="3199754" cy="2927885"/>
                <a:chOff x="65698" y="321647"/>
                <a:chExt cx="3199754" cy="292788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3F4EAA0-4D6A-D643-ABBB-586C16FA01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6525">
                  <a:off x="1626501" y="13798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662DE01-C61E-C945-9089-C3397E44C8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91684">
                  <a:off x="-291907" y="10705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22716B7-2F08-3C48-9A43-8788F3992D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02701">
                  <a:off x="1825452" y="24714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AEF1344-1062-3C42-B517-80DA02F503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06401">
                  <a:off x="1055622" y="7581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3FC9922-4760-A844-B499-449FB7E27E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5698" y="3216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A5CFF31-E58D-3B4B-A48F-93C9702A28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7043" y="22076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F0520BC-6D33-0D48-A6DB-AFBFE3A870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41568" y="3434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A70B4243-79DB-A141-82F7-15A71D6092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9323">
                  <a:off x="394094" y="59121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AF7F8E6-CB9B-EF4D-9F76-137BD53B68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07446">
                  <a:off x="987923" y="216387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BC075C5-2875-CD49-B105-CA5F974B12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9038550">
                <a:off x="804279" y="193118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08632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643FF26-10EE-794B-8F8E-06371D29DAD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447552C-7DAF-A84F-A8D2-58307146B46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63EDAEC-85AB-E44A-823F-86DBF203BDFE}"/>
                </a:ext>
              </a:extLst>
            </p:cNvPr>
            <p:cNvGrpSpPr/>
            <p:nvPr/>
          </p:nvGrpSpPr>
          <p:grpSpPr>
            <a:xfrm>
              <a:off x="4973224" y="1891674"/>
              <a:ext cx="3013552" cy="3416651"/>
              <a:chOff x="3996338" y="14415"/>
              <a:chExt cx="3013552" cy="341665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1FEE9EB-8C35-4343-9486-BAD65A1DD9B7}"/>
                  </a:ext>
                </a:extLst>
              </p:cNvPr>
              <p:cNvGrpSpPr/>
              <p:nvPr/>
            </p:nvGrpSpPr>
            <p:grpSpPr>
              <a:xfrm>
                <a:off x="3996338" y="14415"/>
                <a:ext cx="3013552" cy="3416651"/>
                <a:chOff x="4243646" y="238526"/>
                <a:chExt cx="3013552" cy="341665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E37EB2A-777F-9448-B9C3-6BB9B81BD1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243646" y="7398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A0FA644-3F9D-B047-81B3-D9BB900DAE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4807">
                  <a:off x="4719808" y="12423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53FE1DE-1C77-1F42-81FF-03D52F870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789536" y="18197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4E6A420-3D82-0743-BF78-951A79DBB1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76543">
                  <a:off x="5408623" y="6366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171A29B-7B36-1D46-8BB6-4668FB5009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07363">
                  <a:off x="6215352" y="11991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8A173CB-D83D-594F-94B0-22DBAED0D7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96644">
                  <a:off x="5679962" y="26133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98ACA6D-559B-9242-BF19-265EF18500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828302" y="19807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6AD6CF8-A64B-B048-9819-8B677221D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922153" y="1969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0BA94F7-D9F8-0648-9E38-AD2830D66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71171">
                  <a:off x="6062584" y="227153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8AC0BE3-9C08-AA40-8642-052B7178D6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4064726" y="234692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19072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5E18965-D636-B14F-BC77-95C5AC395F3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197A46-718A-D44C-B86C-F4BC275B8F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5B7B3E6-0BB5-4D49-932C-250ED28AEC4A}"/>
                </a:ext>
              </a:extLst>
            </p:cNvPr>
            <p:cNvGrpSpPr/>
            <p:nvPr/>
          </p:nvGrpSpPr>
          <p:grpSpPr>
            <a:xfrm>
              <a:off x="4700564" y="1793626"/>
              <a:ext cx="3558872" cy="3624374"/>
              <a:chOff x="8658388" y="533907"/>
              <a:chExt cx="3558872" cy="362437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1567EF8-BBD1-AB4D-9843-31BBC7642F1C}"/>
                  </a:ext>
                </a:extLst>
              </p:cNvPr>
              <p:cNvGrpSpPr/>
              <p:nvPr/>
            </p:nvGrpSpPr>
            <p:grpSpPr>
              <a:xfrm>
                <a:off x="8658388" y="533907"/>
                <a:ext cx="3558872" cy="3624374"/>
                <a:chOff x="7705338" y="862409"/>
                <a:chExt cx="3558872" cy="362437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17387D85-2CD2-E940-9DF0-D4306A9144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00007">
                  <a:off x="9075614" y="11343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D0633E1-597E-DD4C-A591-2D3D7E5612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57711">
                  <a:off x="9075614" y="34449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7479EBB-9BE2-5C49-BDDA-30E6ADAC80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17177">
                  <a:off x="8233262" y="28218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EBC7119-E616-1241-B66B-69F1E4FA36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7705338" y="14894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23A5445-4C42-4C4A-B1D9-985EEE8EB7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81939" y="20583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263FC33-3638-6F46-8716-BCCBC13E15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12988">
                  <a:off x="9474457" y="27961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662F22D-637A-B345-BEFD-542A68167C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824210" y="16203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51EC6A6-4B08-974F-A8D2-15BDF26523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94672" y="24287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07F28BC-7391-7A44-B0D2-9EDD4114C2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63413" y="126056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207A93F-060D-5342-9901-F5AC3C8A2A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218510">
                <a:off x="8839563" y="269402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692039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4BD072E4-37C9-2F45-8741-832DEE2F23A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F6178CE-F12E-3D44-9655-459FA972C83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2F808FD-FB40-B24F-AA49-EE957E4DF7EA}"/>
                </a:ext>
              </a:extLst>
            </p:cNvPr>
            <p:cNvGrpSpPr/>
            <p:nvPr/>
          </p:nvGrpSpPr>
          <p:grpSpPr>
            <a:xfrm>
              <a:off x="5076126" y="1853909"/>
              <a:ext cx="2807748" cy="3492182"/>
              <a:chOff x="1629909" y="3722078"/>
              <a:chExt cx="2807748" cy="349218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585C59A-1392-1146-86F7-E70315818581}"/>
                  </a:ext>
                </a:extLst>
              </p:cNvPr>
              <p:cNvGrpSpPr/>
              <p:nvPr/>
            </p:nvGrpSpPr>
            <p:grpSpPr>
              <a:xfrm>
                <a:off x="1629909" y="3722078"/>
                <a:ext cx="2807748" cy="3492182"/>
                <a:chOff x="1778426" y="3072513"/>
                <a:chExt cx="2807748" cy="349218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215FBB3-0B6E-8445-8F16-C68C9196E1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06670">
                  <a:off x="2454400" y="36317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9A12BDE-E9F7-374D-AAC0-2A7EAF97B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111685" y="52019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F229FBF-C61A-F141-B1FF-E9DC707F9F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21613">
                  <a:off x="1430238" y="5522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AE61981-78BF-E549-89AF-78348B23A6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602774" y="34706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755FD65-A892-DA41-B378-15F385BDC5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1977">
                  <a:off x="3185454" y="3637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5BB1354-C1D7-DA42-A07B-77DC5C9926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68562" y="48140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1869099-0917-7A4F-895E-9F52BED727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022667" y="40286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11D8934-9C16-844E-87B5-690F059394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380273" y="47375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0DCD0C8-2198-6F4B-B92D-8BFB7D992D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31598">
                  <a:off x="3146174" y="529532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0DBEC52-73C0-7F4A-BA5E-7869C98E80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1433245" y="489615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4078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925FF920-62F8-6E4D-B479-9A1B3168BF2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DB34E4-C938-AA44-AFA0-7F081E2412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F94FD66-26E5-C04C-815D-66020DEBA0F2}"/>
                </a:ext>
              </a:extLst>
            </p:cNvPr>
            <p:cNvGrpSpPr/>
            <p:nvPr/>
          </p:nvGrpSpPr>
          <p:grpSpPr>
            <a:xfrm>
              <a:off x="4634335" y="2228611"/>
              <a:ext cx="3691329" cy="3235109"/>
              <a:chOff x="6226039" y="4141584"/>
              <a:chExt cx="3691329" cy="323510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EF58455-285B-6B47-A6D0-51A084610FCD}"/>
                  </a:ext>
                </a:extLst>
              </p:cNvPr>
              <p:cNvGrpSpPr/>
              <p:nvPr/>
            </p:nvGrpSpPr>
            <p:grpSpPr>
              <a:xfrm>
                <a:off x="6226039" y="4141584"/>
                <a:ext cx="3691329" cy="2695240"/>
                <a:chOff x="5484397" y="3512237"/>
                <a:chExt cx="3691329" cy="2695240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E315E07C-583C-0F43-88D6-5575E0DDE5C2}"/>
                    </a:ext>
                  </a:extLst>
                </p:cNvPr>
                <p:cNvGrpSpPr/>
                <p:nvPr/>
              </p:nvGrpSpPr>
              <p:grpSpPr>
                <a:xfrm>
                  <a:off x="5484397" y="3512237"/>
                  <a:ext cx="3691329" cy="2695240"/>
                  <a:chOff x="7092540" y="3693087"/>
                  <a:chExt cx="3691329" cy="2695240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B7E84206-F031-494F-839A-D64AAE188B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964887" y="47819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1271408C-5C07-3044-99E0-9F4117809B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4725">
                    <a:off x="7478151" y="55974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A33C1B72-92A2-7C49-A448-041877925A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380823" y="40912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9C81069D-D385-E04F-B850-9244F03886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45913" y="46592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0D7F6FC9-6235-8F44-96C4-2DA1DA647FB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23949">
                    <a:off x="9136219" y="57446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1E9DEABC-290D-E24F-AD99-55DC4B010A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55124">
                    <a:off x="7646683" y="447898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7E5976B6-378F-CE41-8BAE-09D3F5C100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343869" y="42677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6B73C273-CD19-654A-8421-F589952C58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092540" y="387242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262745E-25DC-EC4B-8E8A-7DA6A9EA5C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701150" y="509351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785AF9A-0300-F346-8B8D-51A379291CF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6832456" y="6333097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538713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5C7BCCD-2E85-984F-883C-0918CC11135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08E690-1C8B-314A-8BC8-1783A2BA61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9D7CB72-7B4C-3B47-82C6-D8826CAB932C}"/>
                </a:ext>
              </a:extLst>
            </p:cNvPr>
            <p:cNvGrpSpPr/>
            <p:nvPr/>
          </p:nvGrpSpPr>
          <p:grpSpPr>
            <a:xfrm>
              <a:off x="4777363" y="1878292"/>
              <a:ext cx="3405274" cy="3443415"/>
              <a:chOff x="322546" y="23854"/>
              <a:chExt cx="3405274" cy="344341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1494D7A-C00C-A440-A2AF-1D7E1D542ED3}"/>
                  </a:ext>
                </a:extLst>
              </p:cNvPr>
              <p:cNvGrpSpPr/>
              <p:nvPr/>
            </p:nvGrpSpPr>
            <p:grpSpPr>
              <a:xfrm>
                <a:off x="322546" y="23854"/>
                <a:ext cx="3405274" cy="3443415"/>
                <a:chOff x="46048" y="103284"/>
                <a:chExt cx="3405274" cy="344341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1224B332-3277-744F-B186-E45CAE0FFB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11322" y="6983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D5B60FF-360A-B04C-8854-8D3CCC8FB2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86853">
                  <a:off x="853272" y="23590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36FD887-4FD6-FC41-BDBC-D150A13F57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96200" y="7819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12CE5E5-2816-784B-88DF-94748443AF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363329" y="12076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B64A962-80FA-4346-8572-3949DC861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31443" y="1032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E59ACCC-9C0C-F04E-8D68-A3C7615C86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121458" y="23096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FF8C641-3630-0241-AA59-379F53D1DC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048" y="4967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408EC6C-B11F-AB46-9A19-E70E0A7F8E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48966">
                  <a:off x="1707892" y="249767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89AF203-1619-F24A-B00C-3538B9CE5D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23832" flipV="1">
                  <a:off x="1932189" y="177320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68BC99C-B9DC-8243-8263-8C61E84404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720867">
                <a:off x="269415" y="1500583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737681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32D589F-D8C4-A945-8DB3-C8FE4B4F852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9A8B3C2-B5FC-E44A-89F9-5DD9C65FA69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D2F136F-FB60-D24B-9213-475FF57A3045}"/>
                </a:ext>
              </a:extLst>
            </p:cNvPr>
            <p:cNvGrpSpPr/>
            <p:nvPr/>
          </p:nvGrpSpPr>
          <p:grpSpPr>
            <a:xfrm>
              <a:off x="4747353" y="1877501"/>
              <a:ext cx="3465293" cy="3444998"/>
              <a:chOff x="3872162" y="-34438"/>
              <a:chExt cx="3465293" cy="344499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2314D58-237E-A04C-933C-8D6AB94A0BE9}"/>
                  </a:ext>
                </a:extLst>
              </p:cNvPr>
              <p:cNvGrpSpPr/>
              <p:nvPr/>
            </p:nvGrpSpPr>
            <p:grpSpPr>
              <a:xfrm>
                <a:off x="3872162" y="-34438"/>
                <a:ext cx="3465293" cy="3444998"/>
                <a:chOff x="4037535" y="199081"/>
                <a:chExt cx="3465293" cy="344499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265EA5B-0EA8-FC46-9DD6-281B14EF45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177457">
                  <a:off x="6062828" y="27146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1907481-6D17-5C46-B51A-01F195C591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593321">
                  <a:off x="6038073" y="2039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2CED2535-3C5E-C648-BACB-1BE910EA5E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79826" y="5972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E99CD0B-DDA7-C248-B37B-D9CFEDD4F9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943909" y="1333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EE74843F-45D2-C745-93A9-3A96313E4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419179" y="26022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CE9A8FD-1D31-EB40-814B-3B4F890004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57803" y="2496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D0FC0B4-FC7F-D746-A372-E2073AB104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66126" y="10184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77A265FD-B3FA-354F-A62F-06B683933C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37535" y="15449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7CB2063-A8ED-6B49-AA39-9E800D5D2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79584">
                  <a:off x="4428155" y="186743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0538276-6668-D848-8143-66AF6C74EF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3959691" y="464007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1195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D3FB0C5-DCC2-754E-AA1A-6CD95F12108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931ED8E-972F-1D4F-8FE6-15BE4A754AC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6DD468F-2FEA-674D-851F-3442DF180AEC}"/>
                </a:ext>
              </a:extLst>
            </p:cNvPr>
            <p:cNvGrpSpPr/>
            <p:nvPr/>
          </p:nvGrpSpPr>
          <p:grpSpPr>
            <a:xfrm>
              <a:off x="4890201" y="1988493"/>
              <a:ext cx="3179597" cy="3223014"/>
              <a:chOff x="7622897" y="73328"/>
              <a:chExt cx="3179597" cy="322301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9185AEE-ED73-3C4D-83F0-7AEB16708F17}"/>
                  </a:ext>
                </a:extLst>
              </p:cNvPr>
              <p:cNvGrpSpPr/>
              <p:nvPr/>
            </p:nvGrpSpPr>
            <p:grpSpPr>
              <a:xfrm>
                <a:off x="7622897" y="73328"/>
                <a:ext cx="3179597" cy="2955930"/>
                <a:chOff x="7565463" y="861965"/>
                <a:chExt cx="3179597" cy="295593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CA8D652-3501-0048-9264-F2928B6813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461877" y="13266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499BEFE-2702-5141-BC93-6898F0A0EB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00347">
                  <a:off x="9101177" y="25820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F2F6DE7-E810-5946-BEF7-ED881BB3D1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32129">
                  <a:off x="8207884" y="30675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7A06755-DE26-BD4C-8F66-F82F4CFD9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83898">
                  <a:off x="7893541" y="1707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BA8BE2D-591F-694A-9A3F-FAA252619B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93292">
                  <a:off x="9169018" y="31742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F9DC8EF2-1B11-CB45-8812-26B01F5443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67894" y="17124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ED85C0B9-5A6A-254D-921A-EB59CE0546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47314">
                  <a:off x="7565463" y="24179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768A8F8-C7A4-4F45-B371-9F6FEA5995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703214" y="2769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270C9B3-3AB1-F645-87F2-0E1C84DDC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99860" y="126011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D8A3F5-10B4-6D49-AC24-B0F2A7F43F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825998">
                <a:off x="7770172" y="225274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781687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5F90D6F-08D2-F84E-8A29-3DAB58E0132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78CF971-E91C-3747-A9AB-C59855F1011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2773C26-873E-3F48-8986-A42E171D2A08}"/>
                </a:ext>
              </a:extLst>
            </p:cNvPr>
            <p:cNvGrpSpPr/>
            <p:nvPr/>
          </p:nvGrpSpPr>
          <p:grpSpPr>
            <a:xfrm>
              <a:off x="4747790" y="1802089"/>
              <a:ext cx="3464419" cy="3253822"/>
              <a:chOff x="1123029" y="3192199"/>
              <a:chExt cx="3464419" cy="325382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5D47331-2D96-704C-B8A3-4B7C3E0FF08A}"/>
                  </a:ext>
                </a:extLst>
              </p:cNvPr>
              <p:cNvGrpSpPr/>
              <p:nvPr/>
            </p:nvGrpSpPr>
            <p:grpSpPr>
              <a:xfrm>
                <a:off x="1123029" y="3192199"/>
                <a:ext cx="3464419" cy="3253822"/>
                <a:chOff x="1395370" y="2988996"/>
                <a:chExt cx="3464419" cy="325382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779C8279-BCD7-DF48-956B-286610D843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652341">
                  <a:off x="2073186" y="33871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9389BC9-5E86-324F-A1D2-4D6CC531E8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08804">
                  <a:off x="2922357" y="50893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512A68E-A16E-0B4A-B234-4C6A81241B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87957" y="4376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6A531DF-C7FC-4640-9879-63BF36322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314897" y="54334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B7A2FCE-E605-284E-8C9C-9CA5EFAE78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19789" y="37794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39A4334-B6B4-B047-BDDF-1FABE8F9A1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395370" y="55606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3613B45-7C56-FA4C-8394-BA6AB85307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146327" y="43103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3567ED6C-1036-3044-9E05-E8FF77E29D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6385">
                  <a:off x="1466124" y="49266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5199618A-1CDA-4E49-8314-FF65646D51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3774">
                  <a:off x="2182742" y="520097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2AFBAE7-436D-2E44-BE38-2D405AA4FC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1122832" y="403625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041109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8D833EA3-0CFF-F147-8723-7A23DE31E65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A9742C-B986-DA49-83D9-E45C7BEBBE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29F83F5-AB3E-1B4C-93B2-535980A107A2}"/>
                </a:ext>
              </a:extLst>
            </p:cNvPr>
            <p:cNvGrpSpPr/>
            <p:nvPr/>
          </p:nvGrpSpPr>
          <p:grpSpPr>
            <a:xfrm>
              <a:off x="4717956" y="1882831"/>
              <a:ext cx="3524087" cy="3434338"/>
              <a:chOff x="5554845" y="3450893"/>
              <a:chExt cx="3524087" cy="343433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AE51FF9-4F2B-294F-B01B-85F39DFDAAB8}"/>
                  </a:ext>
                </a:extLst>
              </p:cNvPr>
              <p:cNvGrpSpPr/>
              <p:nvPr/>
            </p:nvGrpSpPr>
            <p:grpSpPr>
              <a:xfrm>
                <a:off x="5554845" y="3450893"/>
                <a:ext cx="3524087" cy="3434338"/>
                <a:chOff x="5543178" y="3370218"/>
                <a:chExt cx="3524087" cy="3434338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2F8E61E5-A5CA-DC43-8610-EA0DB059E254}"/>
                    </a:ext>
                  </a:extLst>
                </p:cNvPr>
                <p:cNvGrpSpPr/>
                <p:nvPr/>
              </p:nvGrpSpPr>
              <p:grpSpPr>
                <a:xfrm>
                  <a:off x="5543178" y="3370218"/>
                  <a:ext cx="3524087" cy="3434338"/>
                  <a:chOff x="7151321" y="3551068"/>
                  <a:chExt cx="3524087" cy="3434338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FD7E8C30-9245-0E44-B343-358E06BAAF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818173" y="44509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847B177F-30AD-6F4E-9778-59546D20EC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370649">
                    <a:off x="7285558" y="40641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EAD015C8-17D2-D64A-9B13-81FD31C299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633943" y="594355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7131901E-5A12-A543-B033-6C25EB219C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7659313" y="45824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9BFFE2FB-B572-6A4B-9F58-F0A7080695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06459">
                    <a:off x="9235408" y="49901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17C3156F-DBFC-4C47-8F5C-A242683779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225604" y="39492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4B7728D3-8296-B841-B692-634EB08523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151321" y="55058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648F4AB4-C0C3-8D49-A5EF-BD2D289380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34267" y="5793491"/>
                    <a:ext cx="1455140" cy="65046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761DFA2-93F6-804E-ADF9-E8503EEE9D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7598">
                  <a:off x="6868633" y="511914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FCC18AA-DD00-3D4E-B17B-CF937E6483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267946">
                <a:off x="6205860" y="402874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824402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631EE52-9762-2243-9C67-A8A88FED1B7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0D04E5E-8146-D54D-A539-6D8AF22C848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80ED51B-69A8-D34F-A89E-28D42A94F484}"/>
                </a:ext>
              </a:extLst>
            </p:cNvPr>
            <p:cNvGrpSpPr/>
            <p:nvPr/>
          </p:nvGrpSpPr>
          <p:grpSpPr>
            <a:xfrm>
              <a:off x="5004032" y="1943489"/>
              <a:ext cx="2951936" cy="3313022"/>
              <a:chOff x="351425" y="76948"/>
              <a:chExt cx="2951936" cy="331302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3F14A7A-B820-F648-A8B1-87A4B19C021D}"/>
                  </a:ext>
                </a:extLst>
              </p:cNvPr>
              <p:cNvGrpSpPr/>
              <p:nvPr/>
            </p:nvGrpSpPr>
            <p:grpSpPr>
              <a:xfrm>
                <a:off x="351425" y="76948"/>
                <a:ext cx="2951936" cy="3313022"/>
                <a:chOff x="-15299" y="-49850"/>
                <a:chExt cx="2951936" cy="331302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8BDE3B1-F295-054D-85C0-3BFC3F4888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04963">
                  <a:off x="1325590" y="17387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E80D756-CB59-004A-8DD5-613A1028F3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894791" y="22213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65B8AB5-9C3A-FC4C-B119-F17701B433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70758">
                  <a:off x="289145" y="7637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E52A120-B1C3-3E43-84E1-5951108CF0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3627">
                  <a:off x="1647172" y="8481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5FA87D9-B84D-CF48-AED8-FD96FFB45F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5025" y="18684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315C016-E254-2840-ACDB-74072B8869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37524">
                  <a:off x="1822869" y="15485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798CB44-8B13-5744-9804-2209E53E07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30069" y="326558"/>
                  <a:ext cx="1440000" cy="687184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08817CD-942E-AB4C-9A96-5C3DBA8D1D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15299" y="28479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0CD87BB-1E83-964B-BF1D-AD832D632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5793">
                  <a:off x="-39790" y="13783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4B4542D-3066-9844-A3C7-6121011998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410591" y="220933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8516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66EED4D-BCA8-5548-AECB-5CBB1A2F86F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F2C549D-DA70-FD40-8F5D-F4B0FB3D41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C3DDAEC-3BD4-3349-A944-2FDA81FFD54A}"/>
                </a:ext>
              </a:extLst>
            </p:cNvPr>
            <p:cNvGrpSpPr/>
            <p:nvPr/>
          </p:nvGrpSpPr>
          <p:grpSpPr>
            <a:xfrm>
              <a:off x="4920713" y="1993914"/>
              <a:ext cx="3118574" cy="3212172"/>
              <a:chOff x="4215070" y="117701"/>
              <a:chExt cx="3118574" cy="321217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89AFC725-2BAD-7840-8D12-8FFDFA70AE40}"/>
                  </a:ext>
                </a:extLst>
              </p:cNvPr>
              <p:cNvGrpSpPr/>
              <p:nvPr/>
            </p:nvGrpSpPr>
            <p:grpSpPr>
              <a:xfrm>
                <a:off x="4215070" y="117701"/>
                <a:ext cx="3118574" cy="3212172"/>
                <a:chOff x="4092421" y="456376"/>
                <a:chExt cx="3118574" cy="321217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1E2F4C0E-D77C-D54C-B595-0301F861D8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4807">
                  <a:off x="4424963" y="8579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DCC2E24B-2863-9C44-B92D-0FC26AB1D0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092421" y="2504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023D063-6058-1A4B-ABAA-6AF1E942FE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5158">
                  <a:off x="5626195" y="456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97EBCAA0-0B3E-274D-AE8C-26F5633286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5733344" y="14080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90C8D19B-C716-A34B-8615-061E6009E0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770995" y="2125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74D3565-802E-B444-8E0B-D70F0DA16E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17320" y="25741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28B511D-B767-F240-8EE0-F0A5CDB7B3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90278">
                  <a:off x="6140610" y="26267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33CF0DC-FC6B-7840-B6BB-E44D99028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75979">
                  <a:off x="4899933" y="11336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1CB0F01-C2E4-7C40-B21C-B976BF627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467135" y="1827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C473BF5-D399-FC48-82CB-9D55A34FA0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4142731" y="126955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364625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2EE90E6-AA99-E049-9A29-1F223FF644A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4BADD7-D1A2-3748-9047-1D6EBEC4FC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033AB1E-D735-A043-A84D-169552D20304}"/>
                </a:ext>
              </a:extLst>
            </p:cNvPr>
            <p:cNvGrpSpPr/>
            <p:nvPr/>
          </p:nvGrpSpPr>
          <p:grpSpPr>
            <a:xfrm>
              <a:off x="4908063" y="1808836"/>
              <a:ext cx="3143874" cy="3582328"/>
              <a:chOff x="7865039" y="-37474"/>
              <a:chExt cx="3143874" cy="358232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F932A87-6EF9-3B4A-AA49-0D0B13950471}"/>
                  </a:ext>
                </a:extLst>
              </p:cNvPr>
              <p:cNvGrpSpPr/>
              <p:nvPr/>
            </p:nvGrpSpPr>
            <p:grpSpPr>
              <a:xfrm>
                <a:off x="8004897" y="-37474"/>
                <a:ext cx="3004016" cy="3582328"/>
                <a:chOff x="7693780" y="793119"/>
                <a:chExt cx="3004016" cy="358232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1E0A865-3C81-6C46-9BB1-FF97DDFF80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91340">
                  <a:off x="9587830" y="26213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88FD467-875C-8B44-8371-8FA5FBA1ED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775702" y="11912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1DFA37E-9FF8-954E-800B-A54EF417C1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194393" y="25271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EFBBCCA-E520-6748-80AE-9F91872420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194393" y="3341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09795AC-36E1-0B45-B7C6-AD0D393D3F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8567">
                  <a:off x="7693780" y="2201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FD45F3B-ED33-B745-B15E-EA16B4DB0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257796" y="20265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21A2F643-DEB9-2C43-95DB-5AD4D7BDF4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187773" y="1735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9A57D2F-49EE-1549-82F6-326B1F7172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72418">
                  <a:off x="9559836" y="16273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3CAF60C-6EBD-FD47-8235-08065F0024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8585">
                  <a:off x="9063774" y="333360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AC749DC-B127-E24C-8F68-D7672D118B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188103">
                <a:off x="7865039" y="33713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801285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B6D7E046-A545-BB42-B28E-1D244133E10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9CFC330-7C63-F947-8AA6-7B9937F8307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55F2A68-6297-2045-AE51-20A6B1898F09}"/>
                </a:ext>
              </a:extLst>
            </p:cNvPr>
            <p:cNvGrpSpPr/>
            <p:nvPr/>
          </p:nvGrpSpPr>
          <p:grpSpPr>
            <a:xfrm>
              <a:off x="4740949" y="2173142"/>
              <a:ext cx="3478101" cy="2853716"/>
              <a:chOff x="2136531" y="3824279"/>
              <a:chExt cx="3478101" cy="285371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A8231AF-85EA-E748-A2BA-3DA707D9716B}"/>
                  </a:ext>
                </a:extLst>
              </p:cNvPr>
              <p:cNvGrpSpPr/>
              <p:nvPr/>
            </p:nvGrpSpPr>
            <p:grpSpPr>
              <a:xfrm>
                <a:off x="2136531" y="3824279"/>
                <a:ext cx="3478101" cy="2853716"/>
                <a:chOff x="1381688" y="3715520"/>
                <a:chExt cx="3478101" cy="285371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FEFF1C9-BBD5-AE4A-9000-C79838E067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403533">
                  <a:off x="2291197" y="37333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D5970E40-FF1A-CE45-9337-A8440AD6C0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759086" y="5218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551A79E-3891-ED47-AA21-E0E588E9C4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922160" y="44549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1B0F8F1-6F9E-384F-B6E7-20719E8F78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40013">
                  <a:off x="3260324" y="54954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515DAB0-F4EC-024E-AE02-0645FCAE7A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19789" y="37794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0CB87952-09FE-2045-8A11-1E9D55AA9E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85319">
                  <a:off x="1503371" y="49871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AD747E1-7159-7142-80B1-47DFB410AB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381688" y="41550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1686798-7BDF-4D46-BE85-A939380D1C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364439" y="55273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959BF4A-32B6-C64A-8C25-9D05A3A0BB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8154">
                  <a:off x="1514951" y="371552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3F99A7E-8FE7-E949-91B4-23837E2AAC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2671478" y="560244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73430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6B007AE-24F6-0240-BC76-98CBB2C60E5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D8F4598-987E-EA4D-8215-BCE8A33E947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03E4C6C-E860-5E41-8245-2EBEEABBE5BD}"/>
                </a:ext>
              </a:extLst>
            </p:cNvPr>
            <p:cNvGrpSpPr/>
            <p:nvPr/>
          </p:nvGrpSpPr>
          <p:grpSpPr>
            <a:xfrm>
              <a:off x="4924154" y="1902294"/>
              <a:ext cx="3111691" cy="3395411"/>
              <a:chOff x="6112520" y="3343964"/>
              <a:chExt cx="3111691" cy="339541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940808B-5CA4-DD45-AC8B-53FAE9D0B0AE}"/>
                  </a:ext>
                </a:extLst>
              </p:cNvPr>
              <p:cNvGrpSpPr/>
              <p:nvPr/>
            </p:nvGrpSpPr>
            <p:grpSpPr>
              <a:xfrm>
                <a:off x="6253083" y="3343964"/>
                <a:ext cx="2971128" cy="3395411"/>
                <a:chOff x="7401807" y="3412690"/>
                <a:chExt cx="2971128" cy="339541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3F849EF-C7E1-474A-9F1A-B1AC446018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3662">
                  <a:off x="8846266" y="57662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BADDE64-CF21-724D-9DF5-410B0ED500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71865" y="45604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A62F83F-4764-7D40-902C-FABC4D5ADC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73969" y="55309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D891458-9994-C54F-8BDD-B295540374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92789">
                  <a:off x="8894648" y="4536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8ED9145-282B-734C-81B0-0967574586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331089" y="52292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AFC5BABF-E7D6-9B4F-B522-AEFF21D752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41891">
                  <a:off x="8230678" y="41900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060CA771-41B3-0541-9401-611E65882A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401807" y="39392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B3E9C40-2E14-B442-AFB1-0B11F708AC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999886" y="38108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3A08C99-33AF-CA41-80D0-F2FEF62D7D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93111">
                  <a:off x="7504544" y="580400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F6F7F76-41BB-D44D-88AC-AB77E39F19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451380">
                <a:off x="6112520" y="515851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04003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344DD861-DE47-8549-944B-D8F2CAA8F05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5355310-5AB2-6241-90F6-015AFDECAD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D9DB6066-D869-AC41-922B-9B764232E4E3}"/>
                </a:ext>
              </a:extLst>
            </p:cNvPr>
            <p:cNvGrpSpPr/>
            <p:nvPr/>
          </p:nvGrpSpPr>
          <p:grpSpPr>
            <a:xfrm>
              <a:off x="4726042" y="1879173"/>
              <a:ext cx="3507915" cy="3441654"/>
              <a:chOff x="281928" y="580014"/>
              <a:chExt cx="3507915" cy="344165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4E1B4CB-B5FF-8845-B5FC-7BAFEEF7C2C8}"/>
                  </a:ext>
                </a:extLst>
              </p:cNvPr>
              <p:cNvGrpSpPr/>
              <p:nvPr/>
            </p:nvGrpSpPr>
            <p:grpSpPr>
              <a:xfrm>
                <a:off x="603583" y="580014"/>
                <a:ext cx="3186260" cy="3441654"/>
                <a:chOff x="30380" y="-85588"/>
                <a:chExt cx="3186260" cy="344165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93C6AB8-70B1-1441-9EED-45871447C0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25588">
                  <a:off x="1776640" y="15453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3D0E72B-2CAB-3049-86F8-D64A0267ED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17695">
                  <a:off x="352503" y="13993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B16C9E4-B127-C143-B8B7-49D2925F4D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8171">
                  <a:off x="418143" y="4743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E3380524-79D9-FA4C-AB1C-A9EBC1935C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92766">
                  <a:off x="1517993" y="12081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4652FDB-294A-C042-A60F-EE3D542680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44127">
                  <a:off x="792329" y="22653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A493056-B02C-A644-9C07-A54E689ED8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46358" y="3125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2A64072-88D1-354E-9A20-9D45F0FE83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380" y="22327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EA0A6B1-8E47-3840-9E69-F964B0DF1B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01226">
                  <a:off x="1813875" y="3885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7885256-DA12-964B-AEDD-427E69AE95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1647503" y="231421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B256129-6F86-E545-9BCE-BC78149357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335778">
                <a:off x="281928" y="1414503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007263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4B94B44-A132-FB40-ABE2-6F9F88CF0BF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1A48178-77C5-6B4D-96CF-B5BE8E3B8F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E0A0DF0-F2CF-444E-8DC8-A8B7049EC8DA}"/>
                </a:ext>
              </a:extLst>
            </p:cNvPr>
            <p:cNvGrpSpPr/>
            <p:nvPr/>
          </p:nvGrpSpPr>
          <p:grpSpPr>
            <a:xfrm>
              <a:off x="4766924" y="2117847"/>
              <a:ext cx="3426151" cy="2964306"/>
              <a:chOff x="3705760" y="116813"/>
              <a:chExt cx="3426151" cy="296430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088FEC6-DBAD-5D42-AADD-1C2DC0197BD8}"/>
                  </a:ext>
                </a:extLst>
              </p:cNvPr>
              <p:cNvGrpSpPr/>
              <p:nvPr/>
            </p:nvGrpSpPr>
            <p:grpSpPr>
              <a:xfrm>
                <a:off x="3705760" y="116813"/>
                <a:ext cx="3426151" cy="2964306"/>
                <a:chOff x="4068171" y="494063"/>
                <a:chExt cx="3426151" cy="296430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3CAA5BE-B0A0-724A-B232-BADFC93429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20242" y="24165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5AA8224-CE33-4746-9ECC-C6BEB4137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091427" y="6361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2CAC76B9-6365-CA4F-82A6-67924D44E1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430957" y="494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C1EF65E-8DE2-084E-9D11-AB536C4D91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162867" y="9597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F35C2D7-D827-804F-8CD9-16D4E9F0F0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081817" y="13680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8A92E79E-D80D-A844-9600-DA8574D0ED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6863">
                  <a:off x="5770995" y="2125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15B61F6A-5940-4D49-9C16-CCBEA566A2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04812">
                  <a:off x="6054322" y="23923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C6EE30F-E383-BA43-A07D-B435FEA118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68171" y="15078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ABBEFF7-8468-4940-B865-4E95C95ABF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37100" y="27172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53BA1EF-A288-9943-86E7-DEFDB5DF52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4129173" y="1355491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868500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3F27410-80C3-3048-BB5B-83437179BF1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E15FCB6-DBC3-CF46-9DC9-130D8508C4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8F128BC-35DA-4849-A993-C1CA30F134B4}"/>
                </a:ext>
              </a:extLst>
            </p:cNvPr>
            <p:cNvGrpSpPr/>
            <p:nvPr/>
          </p:nvGrpSpPr>
          <p:grpSpPr>
            <a:xfrm>
              <a:off x="4768286" y="1993359"/>
              <a:ext cx="3423428" cy="3213282"/>
              <a:chOff x="7771636" y="436511"/>
              <a:chExt cx="3423428" cy="321328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4DA7D51-94BC-804D-80AF-3948CF742CC5}"/>
                  </a:ext>
                </a:extLst>
              </p:cNvPr>
              <p:cNvGrpSpPr/>
              <p:nvPr/>
            </p:nvGrpSpPr>
            <p:grpSpPr>
              <a:xfrm>
                <a:off x="7771636" y="436511"/>
                <a:ext cx="3423428" cy="3213282"/>
                <a:chOff x="7518535" y="730287"/>
                <a:chExt cx="3423428" cy="321328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75AA0B7-10D7-4849-AF4C-5966908CB0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53422">
                  <a:off x="9430089" y="24912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D94C55F-9D19-9C4D-9E8C-135A764B34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151470" y="32161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FE94E7A-C802-3D4A-8226-4F37F1B64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8861390" y="29017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EDA121E-B97E-5D44-B171-BF4738925D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86867">
                  <a:off x="8229508" y="1128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77A57F0-D49C-474A-8CD3-EBD7BA2710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174785" y="16678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94F2513-AB9B-6E41-9599-6A63636BCE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518535" y="13820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B556369-8267-A148-A04F-35495C09E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24687" y="12447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E7FD19B-3363-7B4A-8A4E-965F756809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75368">
                  <a:off x="7602046" y="24456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239E7C6-5EC9-FF42-BC69-287DAE92E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76054">
                  <a:off x="9501963" y="304165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380F69B-E1A0-0C4B-8FED-F2C5BE58FB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616384">
                <a:off x="8238527" y="1775831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895375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95C3B63C-32C1-4B4F-9336-2CC5BA8E635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3336BD-A5CF-AB45-8E3A-A0DB4DAED1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14E4A957-344B-504B-A2C0-588A54EE11BF}"/>
                </a:ext>
              </a:extLst>
            </p:cNvPr>
            <p:cNvGrpSpPr/>
            <p:nvPr/>
          </p:nvGrpSpPr>
          <p:grpSpPr>
            <a:xfrm>
              <a:off x="4699191" y="1864649"/>
              <a:ext cx="3561618" cy="3553351"/>
              <a:chOff x="1545943" y="3139732"/>
              <a:chExt cx="3561618" cy="3553351"/>
            </a:xfrm>
            <a:noFill/>
          </p:grpSpPr>
          <p:grpSp>
            <p:nvGrpSpPr>
              <p:cNvPr id="30" name="群組 29">
                <a:extLst>
                  <a:ext uri="{FF2B5EF4-FFF2-40B4-BE49-F238E27FC236}">
                    <a16:creationId xmlns:a16="http://schemas.microsoft.com/office/drawing/2014/main" id="{C092A5D6-99A0-A84A-AAE4-7B4A689B6728}"/>
                  </a:ext>
                </a:extLst>
              </p:cNvPr>
              <p:cNvGrpSpPr/>
              <p:nvPr/>
            </p:nvGrpSpPr>
            <p:grpSpPr>
              <a:xfrm>
                <a:off x="1545943" y="3139732"/>
                <a:ext cx="3561618" cy="3277054"/>
                <a:chOff x="1331623" y="3107662"/>
                <a:chExt cx="3561618" cy="3277054"/>
              </a:xfrm>
              <a:grpFill/>
            </p:grpSpPr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8FCD5A15-755E-D94B-B272-6EF2604C28AD}"/>
                    </a:ext>
                  </a:extLst>
                </p:cNvPr>
                <p:cNvSpPr/>
                <p:nvPr/>
              </p:nvSpPr>
              <p:spPr>
                <a:xfrm>
                  <a:off x="1542345" y="3351060"/>
                  <a:ext cx="3033656" cy="3033656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dirty="0"/>
                    <a:t>=</a:t>
                  </a:r>
                  <a:endParaRPr kumimoji="1" lang="zh-TW" altLang="en-US" dirty="0"/>
                </a:p>
              </p:txBody>
            </p:sp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367639A-91CA-1646-8EE1-B79F071E37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2346">
                  <a:off x="2987875" y="4441877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92D1CB3B-ECF9-6644-83CE-B2CE417FA4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628175" y="5592719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C188794C-1CAC-0641-B513-ED43D697DA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43062">
                  <a:off x="2008770" y="3875965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A3A5D546-D625-BB42-9B8E-C00D6BE86E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549652" y="4937218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E5310041-B650-2C43-A9EC-78992803A5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875203" y="3546602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E7F82E59-8B9A-104E-98DC-79C0144DF2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1331623" y="4053428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F3341085-7BFD-D044-A365-28D95A60E4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92484">
                  <a:off x="3091160" y="3505815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28FAD3ED-D610-5A4B-AD1E-9CCE78D174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900337">
                  <a:off x="3453241" y="5271713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791B2DD7-1E6F-EC47-BD65-91354AA39B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53700">
                  <a:off x="2695243" y="5047728"/>
                  <a:ext cx="1440000" cy="643693"/>
                </a:xfrm>
                <a:prstGeom prst="rect">
                  <a:avLst/>
                </a:prstGeom>
                <a:grpFill/>
              </p:spPr>
            </p:pic>
          </p:grpSp>
          <p:pic>
            <p:nvPicPr>
              <p:cNvPr id="31" name="圖片 30">
                <a:extLst>
                  <a:ext uri="{FF2B5EF4-FFF2-40B4-BE49-F238E27FC236}">
                    <a16:creationId xmlns:a16="http://schemas.microsoft.com/office/drawing/2014/main" id="{C7278A7C-CFD9-B047-96A6-971238E200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1798305" y="5649487"/>
                <a:ext cx="1440000" cy="647191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42317397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365B6BFA-706A-9945-A3EE-ED35A9C13BA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C1C99A-3D11-234D-961A-BF2007DB384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049608D-A1B0-0449-8269-FF9E2883D904}"/>
                </a:ext>
              </a:extLst>
            </p:cNvPr>
            <p:cNvGrpSpPr/>
            <p:nvPr/>
          </p:nvGrpSpPr>
          <p:grpSpPr>
            <a:xfrm>
              <a:off x="4724750" y="2300133"/>
              <a:ext cx="3510499" cy="2599734"/>
              <a:chOff x="5801606" y="3526244"/>
              <a:chExt cx="3510499" cy="259973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23E7B51-4FD6-8F45-827F-03D33BE30EC9}"/>
                  </a:ext>
                </a:extLst>
              </p:cNvPr>
              <p:cNvGrpSpPr/>
              <p:nvPr/>
            </p:nvGrpSpPr>
            <p:grpSpPr>
              <a:xfrm>
                <a:off x="6186204" y="3526244"/>
                <a:ext cx="3125901" cy="2599734"/>
                <a:chOff x="5934545" y="3600192"/>
                <a:chExt cx="3125901" cy="2599734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52B54FAB-B4FC-6E43-AD41-FC7397D49695}"/>
                    </a:ext>
                  </a:extLst>
                </p:cNvPr>
                <p:cNvGrpSpPr/>
                <p:nvPr/>
              </p:nvGrpSpPr>
              <p:grpSpPr>
                <a:xfrm>
                  <a:off x="5934545" y="3600192"/>
                  <a:ext cx="3072809" cy="2552774"/>
                  <a:chOff x="7542688" y="3781042"/>
                  <a:chExt cx="3072809" cy="2552774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4BFA8FFC-225D-1D4A-B127-77E7CAC1A95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508589" y="56901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0E1A3ED9-921A-6B4E-97DB-B196AC464F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306813">
                    <a:off x="7685055" y="47823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1F037697-C3DF-A349-AEBD-1A6F48A58C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734110" y="46804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126B9487-9F6A-A549-B517-4CC7561C97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9175497" y="381748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E9F79213-F11F-064D-9D67-F1920A82C57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9433996" y="49701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AC648F6F-4E2F-AB4B-BCE3-744223FDE1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41891">
                    <a:off x="8295381" y="41791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3B915A0A-81A1-1249-B57E-037CD15234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172121" y="51721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42122A23-28BD-8143-88A8-F7F385EF29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542688" y="563172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D45A30C-C206-114F-A688-E3AAD4A6E5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7598">
                  <a:off x="7620446" y="555623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A4D5840-AB6A-764B-A357-47AFE0097D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536506">
                <a:off x="5801606" y="3743754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920322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5A50E85-FA2F-B04D-8A6A-8B6182E6B75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363B531-60E2-7F4A-9CB1-CD878CCDDA7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3161FCD-1913-B349-91D9-45D3C0E23EC7}"/>
                </a:ext>
              </a:extLst>
            </p:cNvPr>
            <p:cNvGrpSpPr/>
            <p:nvPr/>
          </p:nvGrpSpPr>
          <p:grpSpPr>
            <a:xfrm>
              <a:off x="4801835" y="1869641"/>
              <a:ext cx="3356330" cy="3460717"/>
              <a:chOff x="633005" y="112083"/>
              <a:chExt cx="3356330" cy="346071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A4168C2-9BA4-994B-8904-7C09B0D93E95}"/>
                  </a:ext>
                </a:extLst>
              </p:cNvPr>
              <p:cNvGrpSpPr/>
              <p:nvPr/>
            </p:nvGrpSpPr>
            <p:grpSpPr>
              <a:xfrm>
                <a:off x="633005" y="112083"/>
                <a:ext cx="3356330" cy="3175411"/>
                <a:chOff x="9551" y="-62067"/>
                <a:chExt cx="3356330" cy="317541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5D79927-BF8C-6A4E-848D-B4DF22D48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07031">
                  <a:off x="175497" y="15997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534710B-A9C1-1145-B555-A5D425B0B4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01669" y="4609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E08139B-04FB-F54F-BC72-BE86AD3D24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75363">
                  <a:off x="199940" y="5105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00375AF-3A6E-C745-8CAB-3229B106C6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05966" y="11309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24899293-849B-6347-BC1D-2F3FD17F1A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021960" y="19883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D9568A2-9D5E-3A4A-AF4A-043C813B47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81600">
                  <a:off x="1925881" y="16923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D978B59-A510-F64E-8567-130FC22116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21522">
                  <a:off x="1704358" y="246965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31AA380-51DA-4146-9C12-207883CA52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054706" y="3360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3493AAD-D3C3-704D-8A88-0E2A6A01EB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64770" flipV="1">
                  <a:off x="-388602" y="126898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8F541D3-A202-1547-A6B0-565933DD5E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613460" y="2529204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673629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7C344A7-22BC-8C40-A022-8E576E61207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5C8F2DF-C69D-F944-A948-C6795CCD3D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F1C0224-E6F9-4849-BE82-88681AB13026}"/>
                </a:ext>
              </a:extLst>
            </p:cNvPr>
            <p:cNvGrpSpPr/>
            <p:nvPr/>
          </p:nvGrpSpPr>
          <p:grpSpPr>
            <a:xfrm>
              <a:off x="4892744" y="1962007"/>
              <a:ext cx="3174512" cy="3275986"/>
              <a:chOff x="4206990" y="276823"/>
              <a:chExt cx="3174512" cy="327598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41757AD-11EF-E343-B328-7EB25001E78B}"/>
                  </a:ext>
                </a:extLst>
              </p:cNvPr>
              <p:cNvGrpSpPr/>
              <p:nvPr/>
            </p:nvGrpSpPr>
            <p:grpSpPr>
              <a:xfrm>
                <a:off x="4206990" y="276823"/>
                <a:ext cx="3174512" cy="3275986"/>
                <a:chOff x="4144354" y="95910"/>
                <a:chExt cx="3174512" cy="327598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6D3C7B9-FEEC-B345-9755-24FBC21A5A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63675">
                  <a:off x="5878866" y="25099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D48E334-335E-5144-A8FC-E9622573E7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965506">
                  <a:off x="5251083" y="22329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986D10A-C501-F344-982D-61FAA45B4C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2499">
                  <a:off x="5430957" y="494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E89C4C07-B9EA-3F45-AE82-B19478E433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883152" y="16364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53439B1-3B1D-5E40-908F-C4253CED0E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6863">
                  <a:off x="4199604" y="2241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5400AFD-EF5F-664A-8EAB-881EDEFA51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684908">
                  <a:off x="5037389" y="937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22CCE15-4141-E845-B4DA-43617BA793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25772">
                  <a:off x="4144354" y="1301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A94EF72-EAD5-5C48-AEF6-9452499B11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84451" y="27282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5274DAC5-5AAC-974D-9528-3F467EB66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75493" y="89815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2B7057D-BD3E-EC4C-9CC0-EA007A3634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906389">
                <a:off x="4360629" y="1026870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330106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45DBE226-D023-DD4B-B974-06DDDE809B6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0E3C9DC-8E3E-8843-9013-22F3815788B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4A59340-7E78-2443-9A75-52B7E9CEE77A}"/>
                </a:ext>
              </a:extLst>
            </p:cNvPr>
            <p:cNvGrpSpPr/>
            <p:nvPr/>
          </p:nvGrpSpPr>
          <p:grpSpPr>
            <a:xfrm>
              <a:off x="4780430" y="2055150"/>
              <a:ext cx="3399140" cy="3089699"/>
              <a:chOff x="8792860" y="302088"/>
              <a:chExt cx="3399140" cy="308969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70D1182-ACC2-4D44-BDB3-EF0E0F8F4DC7}"/>
                  </a:ext>
                </a:extLst>
              </p:cNvPr>
              <p:cNvGrpSpPr/>
              <p:nvPr/>
            </p:nvGrpSpPr>
            <p:grpSpPr>
              <a:xfrm>
                <a:off x="8792860" y="302088"/>
                <a:ext cx="3399140" cy="3089699"/>
                <a:chOff x="7664939" y="928589"/>
                <a:chExt cx="3399140" cy="308969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2B2D16A3-E6D7-DC48-B87A-2127B191D5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559017" y="23014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8207511-32D0-034D-BA72-2D23C20EDA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664939" y="28539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E7AAB7A-4D93-3446-9A7C-960A9105EC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7937672" y="23495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DEBB49D-3970-894D-9400-6951134815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8229508" y="1128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6D8E00E-024D-6340-9065-C067A03713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22652" y="1536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F280CB2-7E6B-0A4C-826F-6FF856B566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795067" y="30427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95DD8B5-0973-8C40-B987-870BE8C036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71394">
                  <a:off x="9624079" y="1284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19C07CD-0ED0-174A-8BA3-B0F617043F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9716060" y="2976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17AC9B65-90F6-264B-B6E0-D9B6EA557C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73052" y="13267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371C4EB-F3E2-BB46-B42F-4046039F13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9085699" y="2483071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180910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8363CDDA-901E-DF4D-A41F-108927F0498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C0FA07-7BD0-6043-B625-E28D8E18521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05635AC-14B4-0C40-BED7-14FADF5CB8BF}"/>
                </a:ext>
              </a:extLst>
            </p:cNvPr>
            <p:cNvGrpSpPr/>
            <p:nvPr/>
          </p:nvGrpSpPr>
          <p:grpSpPr>
            <a:xfrm>
              <a:off x="4817152" y="2053172"/>
              <a:ext cx="3325695" cy="3093655"/>
              <a:chOff x="1100439" y="3471101"/>
              <a:chExt cx="3325695" cy="309365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24CDEA2-03A6-D142-A020-D2ED1903CD34}"/>
                  </a:ext>
                </a:extLst>
              </p:cNvPr>
              <p:cNvGrpSpPr/>
              <p:nvPr/>
            </p:nvGrpSpPr>
            <p:grpSpPr>
              <a:xfrm>
                <a:off x="1100439" y="3513852"/>
                <a:ext cx="3325695" cy="3050904"/>
                <a:chOff x="1583804" y="3107662"/>
                <a:chExt cx="3325695" cy="305090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7B453A53-D364-5D4E-8F06-A1F6B4232B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2346">
                  <a:off x="1965998" y="50716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209BD35-3616-BC46-9E64-544742F48E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797044" y="5394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007717DC-6BA4-7A4A-88A5-729A027673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00509">
                  <a:off x="2045984" y="40177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D562E74-D534-7A4B-A48A-7F32BC3C5B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69499" y="52750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0F12635-C2DF-9841-BF3D-ED3CD9B1E4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20511">
                  <a:off x="1462547" y="51167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07A099B0-1FC6-C44B-A115-20092D98D9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2630858" y="34724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2ABE7B0E-3628-F845-B0FB-6AF6372EB9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09476">
                  <a:off x="3091160" y="35058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7C23F21-8F84-D143-B38D-63363714EE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83804" y="44075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332AD8E-0424-3F48-B0F4-967BF51F85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57427" y="449723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B2E2FF8-56B4-C740-8C4F-DDE2E86D4D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869467">
                <a:off x="925851" y="386750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3306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5CBDD272-ADD1-7B40-B625-25688D71A97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A588338-63CD-2049-81B0-98F05DE3F5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D81EEE20-3D4A-C444-A184-CB2AFB5ED75F}"/>
                </a:ext>
              </a:extLst>
            </p:cNvPr>
            <p:cNvGrpSpPr/>
            <p:nvPr/>
          </p:nvGrpSpPr>
          <p:grpSpPr>
            <a:xfrm>
              <a:off x="4740338" y="1817882"/>
              <a:ext cx="3479323" cy="3564236"/>
              <a:chOff x="5928521" y="3189138"/>
              <a:chExt cx="3479323" cy="356423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209CC77-E9E5-E94A-9BEA-C60F9128B650}"/>
                  </a:ext>
                </a:extLst>
              </p:cNvPr>
              <p:cNvGrpSpPr/>
              <p:nvPr/>
            </p:nvGrpSpPr>
            <p:grpSpPr>
              <a:xfrm>
                <a:off x="6617347" y="3189138"/>
                <a:ext cx="2790497" cy="3564236"/>
                <a:chOff x="6233999" y="3153598"/>
                <a:chExt cx="2790497" cy="3564236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AF7BBC7C-A6BA-B942-9DDD-1196AA3E06B3}"/>
                    </a:ext>
                  </a:extLst>
                </p:cNvPr>
                <p:cNvGrpSpPr/>
                <p:nvPr/>
              </p:nvGrpSpPr>
              <p:grpSpPr>
                <a:xfrm>
                  <a:off x="6233999" y="3153598"/>
                  <a:ext cx="2397111" cy="3564236"/>
                  <a:chOff x="7842142" y="3334448"/>
                  <a:chExt cx="2397111" cy="3564236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4EA31236-1FFA-3F4E-BC54-006CB2F9D3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80747" y="46303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06A5776E-9052-D843-BB25-D67C3771D7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721084" y="58568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D1876BE6-3F80-7849-85FE-ACBE8D3981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8223467" y="51255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40FA44D3-9740-0145-84DF-99D7608105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351226">
                    <a:off x="8617942" y="46460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0B4752B-DA1E-9A49-97D4-1B2A111B47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230678" y="41900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84F44BF4-0721-B647-ACE0-6213E6A207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7443989" y="37326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4D2CD991-9397-3840-9D1D-1DC755CCA2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608264" y="56313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5782B3DA-5200-E148-B8A9-4EAED7EE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61840">
                    <a:off x="8799253" y="383011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D94EB67-D70E-B54E-A72D-4623BD6626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584496" y="499069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C7AA554-8CCA-C14E-810F-B16B9D38E5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5928521" y="570378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666898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9CA2878-3DBE-BE41-9638-6B8C506A6A8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D3DF1C-7CC7-FE42-B109-30B4580C395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6FE7F2C-DF8B-7D4B-A22A-DAFFB853ED35}"/>
                </a:ext>
              </a:extLst>
            </p:cNvPr>
            <p:cNvGrpSpPr/>
            <p:nvPr/>
          </p:nvGrpSpPr>
          <p:grpSpPr>
            <a:xfrm>
              <a:off x="5117657" y="1913994"/>
              <a:ext cx="2724686" cy="3372012"/>
              <a:chOff x="1146268" y="-102736"/>
              <a:chExt cx="2724686" cy="337201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0CD154FE-C0FA-814F-A6F4-D5374F73A0D8}"/>
                  </a:ext>
                </a:extLst>
              </p:cNvPr>
              <p:cNvGrpSpPr/>
              <p:nvPr/>
            </p:nvGrpSpPr>
            <p:grpSpPr>
              <a:xfrm>
                <a:off x="1146268" y="-102736"/>
                <a:ext cx="2724686" cy="3372012"/>
                <a:chOff x="190252" y="-30421"/>
                <a:chExt cx="2724686" cy="337201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7D648B2-AD9D-B345-BD47-E13831E93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206858" y="242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C5314F2-8BAE-5445-8AE9-E27D3701A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93767">
                  <a:off x="122891" y="3677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B01F31D-22D9-6344-97B0-5580092F25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18143">
                  <a:off x="-207901" y="10805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3201C65-D1B6-154E-AB39-57503E4F35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92966" y="6177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8798FE56-8890-414C-8C0E-C77654CE90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019640">
                  <a:off x="1203899" y="17575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A8C04FE-6A90-7E43-8AC8-EFC2EBDF8C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28650" y="14805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B361A35-B6D8-4B41-A662-82C76085E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0676" y="204718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70A058E2-FA58-1C47-8443-2FA8B95B43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15106">
                  <a:off x="1873092" y="6571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7B73480-24F3-C84C-B5EA-1C86D26B25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1597500" y="229974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D74DB6B-FF77-A449-848C-72AE9F722A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046831">
                <a:off x="1348191" y="161138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808683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B18C55F-9956-584E-B0FF-7FA6EF7B3C4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B1EE081-09DA-9C4D-ADBD-7450FD9ED9B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D3105C2-5F8B-5C40-98AD-B4BDB9C502C8}"/>
                </a:ext>
              </a:extLst>
            </p:cNvPr>
            <p:cNvGrpSpPr/>
            <p:nvPr/>
          </p:nvGrpSpPr>
          <p:grpSpPr>
            <a:xfrm>
              <a:off x="4765120" y="1820520"/>
              <a:ext cx="3429759" cy="3558959"/>
              <a:chOff x="4340388" y="-43583"/>
              <a:chExt cx="3429759" cy="355895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3F8B5BC-272E-D242-81D7-AFAC4A4E86D4}"/>
                  </a:ext>
                </a:extLst>
              </p:cNvPr>
              <p:cNvGrpSpPr/>
              <p:nvPr/>
            </p:nvGrpSpPr>
            <p:grpSpPr>
              <a:xfrm>
                <a:off x="4340388" y="-43583"/>
                <a:ext cx="3429759" cy="3091582"/>
                <a:chOff x="4171986" y="152054"/>
                <a:chExt cx="3429759" cy="309158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160FEF3-4964-2B42-8C09-70A083BB1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61745" y="18937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652D049-008C-2642-882D-124C8B11AB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0241">
                  <a:off x="5238673" y="22702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2A20929-253C-554B-AA07-2C7C61C5E6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958036" y="5915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8FC5D9D-26E0-9F49-8F10-12BD47336A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280084" y="12010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15140F-8F57-184F-8B80-25E44FDA3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11369">
                  <a:off x="4534903" y="21285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1D60687-B82A-2E43-A04A-F8ED156353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8092">
                  <a:off x="3773833" y="22017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47EC1441-E32C-7B46-BDAA-8C17C363F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919552" y="550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ADAEEB5-6D12-4C46-B489-C007E69CAC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92193" y="2548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A73BBBF-90F8-8943-8718-4D018DDE30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15900">
                  <a:off x="5668961" y="127131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5BA79C6-8844-7945-8989-3F99990EC4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8300437">
                <a:off x="4862494" y="2471780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258609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C8C499C-0CA2-2A43-9B7D-E7EB0C42AA8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C38A1E-7682-1A42-9605-82B7FED0B9B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45D8096-186A-B64C-895D-6CE4140E624B}"/>
                </a:ext>
              </a:extLst>
            </p:cNvPr>
            <p:cNvGrpSpPr/>
            <p:nvPr/>
          </p:nvGrpSpPr>
          <p:grpSpPr>
            <a:xfrm>
              <a:off x="4899197" y="2444572"/>
              <a:ext cx="3161606" cy="2973428"/>
              <a:chOff x="8040049" y="461599"/>
              <a:chExt cx="3161606" cy="297342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D30FBF0-EC98-6D4A-8713-BA39635CCA1A}"/>
                  </a:ext>
                </a:extLst>
              </p:cNvPr>
              <p:cNvGrpSpPr/>
              <p:nvPr/>
            </p:nvGrpSpPr>
            <p:grpSpPr>
              <a:xfrm>
                <a:off x="8149733" y="470920"/>
                <a:ext cx="3051922" cy="2964107"/>
                <a:chOff x="8012157" y="1284854"/>
                <a:chExt cx="3051922" cy="296410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3B6A277-2CE3-3E42-9DED-BA8F279523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8796718" y="29073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5264C7B-40CF-484F-AE16-829F9A40D5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7102">
                  <a:off x="7897587" y="2659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7CBDE9FC-13A6-DC4F-8DBB-A27BA596D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7822864" y="21045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FEBC1DA-4BD6-924B-B27E-5B6EDB4074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8370465" y="14159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AFAFDDEB-B7AF-4243-875A-70974B8050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012157" y="29971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5B87612-960A-F142-AD19-8012FB8FA2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22652" y="1536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E1B57738-ADCA-2942-BD3F-E9614CF79F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337778" y="24602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74D3EFBC-E05D-4949-A436-CD8D72B21A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24079" y="1284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6C0F1C0-2A64-1147-86E8-3C28C57F31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9531858" y="320711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D682180-88AA-CB40-AD50-649CAEAD85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8040049" y="46159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70540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0F69F259-561E-3949-9FCE-40180DC1AFB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3453F47-7E97-B14B-B82A-D9E8BD5703D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D2E068E-8125-8740-9560-7A87D87D2C99}"/>
                </a:ext>
              </a:extLst>
            </p:cNvPr>
            <p:cNvGrpSpPr/>
            <p:nvPr/>
          </p:nvGrpSpPr>
          <p:grpSpPr>
            <a:xfrm>
              <a:off x="4896916" y="1912172"/>
              <a:ext cx="3166168" cy="3033656"/>
              <a:chOff x="1364445" y="3561046"/>
              <a:chExt cx="3166168" cy="3033656"/>
            </a:xfrm>
            <a:noFill/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DEEF246-87F2-BC4B-9F94-CFD96760CB40}"/>
                  </a:ext>
                </a:extLst>
              </p:cNvPr>
              <p:cNvGrpSpPr/>
              <p:nvPr/>
            </p:nvGrpSpPr>
            <p:grpSpPr>
              <a:xfrm>
                <a:off x="1364445" y="3561046"/>
                <a:ext cx="3166168" cy="3033656"/>
                <a:chOff x="1498765" y="3351060"/>
                <a:chExt cx="3166168" cy="3033656"/>
              </a:xfrm>
              <a:grpFill/>
            </p:grpSpPr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2EC58BCC-7E73-6144-B0EC-73DE0A6F74FF}"/>
                    </a:ext>
                  </a:extLst>
                </p:cNvPr>
                <p:cNvSpPr/>
                <p:nvPr/>
              </p:nvSpPr>
              <p:spPr>
                <a:xfrm>
                  <a:off x="1542345" y="3351060"/>
                  <a:ext cx="3033656" cy="3033656"/>
                </a:xfrm>
                <a:prstGeom prst="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dirty="0"/>
                    <a:t>=</a:t>
                  </a:r>
                  <a:endParaRPr kumimoji="1" lang="zh-TW" altLang="en-US" dirty="0"/>
                </a:p>
              </p:txBody>
            </p: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84B6551-78BE-384E-B9E7-B093B4CDAA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2346">
                  <a:off x="2621259" y="3602100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017127F-0332-9E4D-888F-AADAE08CD0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797044" y="5394837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1034D73-CDD6-8C48-855F-60C0923E7F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3379609" y="4921248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E12C30A3-91E3-C947-984A-DA82345CD5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224933" y="5403969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8924B270-DB6C-874E-8D36-1788AA509E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20511">
                  <a:off x="1501214" y="4467887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6C9EC9D-E328-A547-8911-05B4467F90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1498765" y="3831098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1430FC4-EFA5-3849-8F3D-FD3E8B4A04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85186" y="5240579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59D3D48-0A4A-1741-873F-0AC2ED57FB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32353" y="5503730"/>
                  <a:ext cx="1440000" cy="643693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B5CC1498-224F-BA4C-A5F0-2B5958A40F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57427" y="4497233"/>
                  <a:ext cx="1440000" cy="643693"/>
                </a:xfrm>
                <a:prstGeom prst="rect">
                  <a:avLst/>
                </a:prstGeom>
                <a:grpFill/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BF61DDC-032D-D046-BAC3-6E12BEA4CF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862595">
                <a:off x="1774730" y="4281830"/>
                <a:ext cx="1440000" cy="647191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37989346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64265817-C26B-DF4E-B6CD-2603E10130E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317669D-BEBC-BC44-87A5-B7CF548990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F30A712-5593-C949-AE45-9D251937A1FC}"/>
                </a:ext>
              </a:extLst>
            </p:cNvPr>
            <p:cNvGrpSpPr/>
            <p:nvPr/>
          </p:nvGrpSpPr>
          <p:grpSpPr>
            <a:xfrm>
              <a:off x="4698281" y="1781224"/>
              <a:ext cx="3563437" cy="3295551"/>
              <a:chOff x="6361585" y="3222615"/>
              <a:chExt cx="3563437" cy="329555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4CCB91E-5094-5A4F-9E5A-46C182E209A4}"/>
                  </a:ext>
                </a:extLst>
              </p:cNvPr>
              <p:cNvGrpSpPr/>
              <p:nvPr/>
            </p:nvGrpSpPr>
            <p:grpSpPr>
              <a:xfrm>
                <a:off x="6361585" y="3222615"/>
                <a:ext cx="3563437" cy="3295551"/>
                <a:chOff x="5674986" y="3153598"/>
                <a:chExt cx="3563437" cy="3295551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4BFB1741-594F-E742-AEBA-3D6C15BADCDC}"/>
                    </a:ext>
                  </a:extLst>
                </p:cNvPr>
                <p:cNvGrpSpPr/>
                <p:nvPr/>
              </p:nvGrpSpPr>
              <p:grpSpPr>
                <a:xfrm>
                  <a:off x="5674986" y="3153598"/>
                  <a:ext cx="3563437" cy="3295551"/>
                  <a:chOff x="7283129" y="3334448"/>
                  <a:chExt cx="3563437" cy="3295551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A7268E68-9EAE-1A41-A371-AA4060A8A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737584" y="57820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415A00B3-92EF-0244-9D32-4E53069392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76657">
                    <a:off x="8552781" y="59863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2AA2DDBE-4396-4E4C-A4BE-A44935656B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7283129" y="54453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3B36917B-4179-C948-AA02-FB874EA8B6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03817">
                    <a:off x="9158998" y="55326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6503AE91-08AD-5546-AC6C-4080F1EC58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406566" y="44979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8D81FBAA-7937-FE4D-BBB6-BAD1B7A6C0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7443989" y="37326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F12F8EE4-C1F9-A542-B61B-744988911F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758798">
                    <a:off x="7876072" y="43954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913691D0-2560-594E-8644-D3E6A6D88B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61840">
                    <a:off x="8799253" y="383011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86A51FF-931D-124F-BEBE-06417FD210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B60C557-93FB-C641-A89F-05B7AFD2CC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6523769" y="4668693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123115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D0E1EBE-1010-D846-A85F-EAF514AC1B9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C3E0E41-6D16-2545-B0BC-AFB1F4FBD9E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7B769F5-4546-E84E-90EE-38177C339E9C}"/>
                </a:ext>
              </a:extLst>
            </p:cNvPr>
            <p:cNvGrpSpPr/>
            <p:nvPr/>
          </p:nvGrpSpPr>
          <p:grpSpPr>
            <a:xfrm>
              <a:off x="4851216" y="2030972"/>
              <a:ext cx="3257568" cy="3138055"/>
              <a:chOff x="260957" y="572172"/>
              <a:chExt cx="3257568" cy="313805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F7F96D0-8507-F44E-B46E-A07A1C0C6C29}"/>
                  </a:ext>
                </a:extLst>
              </p:cNvPr>
              <p:cNvGrpSpPr/>
              <p:nvPr/>
            </p:nvGrpSpPr>
            <p:grpSpPr>
              <a:xfrm>
                <a:off x="260957" y="572172"/>
                <a:ext cx="3257568" cy="2757909"/>
                <a:chOff x="-207316" y="340038"/>
                <a:chExt cx="3257568" cy="275790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659581D-7D33-1A49-8507-96BE7BBE84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75497" y="15997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26750ED-3246-5346-962F-88245425C6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28976" y="1167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99BEF10-00CE-2141-99E5-ECD1110A5E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40330">
                  <a:off x="318080" y="3400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3F23BA5-3405-AC49-9091-1B2CE5141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207316" y="2137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A754451-C08B-1241-85BD-1AF41924EF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22073">
                  <a:off x="725332" y="901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1504D22-55FF-7441-BB9E-EA0E9274EC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30319">
                  <a:off x="1203899" y="17575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B36606B-D37C-5D41-B9D2-5FE602B1B4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28858" y="12232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DBE6AA1-5FB8-2C40-8B07-8B3BAF8A2A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02599" y="4261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0BA8B86-5D65-B549-B9A5-207774821C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2309" flipV="1">
                  <a:off x="1610252" y="245425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0CF02C5-F4B9-3748-B6FD-DBE7148E67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629382" y="2666631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03389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4BFDBFA-B3CE-4F45-97C9-41938F4D2FE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B5F5F62-4E13-2C47-8FC8-9AB331F7FE5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69A011E-F022-7C4A-981B-D5E9573904AD}"/>
                </a:ext>
              </a:extLst>
            </p:cNvPr>
            <p:cNvGrpSpPr/>
            <p:nvPr/>
          </p:nvGrpSpPr>
          <p:grpSpPr>
            <a:xfrm>
              <a:off x="4767167" y="2077533"/>
              <a:ext cx="3425666" cy="3044933"/>
              <a:chOff x="3957100" y="23029"/>
              <a:chExt cx="3425666" cy="304493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B2B973F-0DA2-3843-B3E8-6EA750614064}"/>
                  </a:ext>
                </a:extLst>
              </p:cNvPr>
              <p:cNvGrpSpPr/>
              <p:nvPr/>
            </p:nvGrpSpPr>
            <p:grpSpPr>
              <a:xfrm>
                <a:off x="4490525" y="23029"/>
                <a:ext cx="2892241" cy="3044933"/>
                <a:chOff x="4576563" y="373758"/>
                <a:chExt cx="2892241" cy="304493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49B6510-550B-E948-B223-8E0870ACB2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06787" y="16233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CA5B0DC-296F-BF43-91D2-638EC389B3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0241">
                  <a:off x="5431552" y="21930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D6ECB3D-ABB2-0A46-B9CD-F070F95018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39358" y="27749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4075338-D810-B54F-96CF-C653174C3D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76163">
                  <a:off x="4716058" y="4512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28799FD-CAE5-E946-9E48-905268E4DF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178410" y="11982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EB42718-6591-334A-9C9C-EDFA707F93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028804" y="26026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23CE053-BBC9-D142-B3A9-9F4FD72613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89049" y="19384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EC42238-F273-1149-9939-56BD70BA24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532580" y="10626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DF7496F-3577-3046-9BDB-83D4DAF19F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854241" y="77191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098C198-281C-2A4A-90F4-55A1645CAC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3957100" y="202909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305805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E8F72DE-D851-3D45-87DC-91E8E8F5784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610D5C5-A1CF-934F-A7FC-E19FE8B0DCE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FDAA9E8-E266-0149-B821-4AB9E0E7895A}"/>
                </a:ext>
              </a:extLst>
            </p:cNvPr>
            <p:cNvGrpSpPr/>
            <p:nvPr/>
          </p:nvGrpSpPr>
          <p:grpSpPr>
            <a:xfrm>
              <a:off x="4727454" y="1813717"/>
              <a:ext cx="3505092" cy="3572565"/>
              <a:chOff x="7221245" y="-24128"/>
              <a:chExt cx="3505092" cy="357256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6A82C3A-5AE7-BB4B-A2BE-422F5AEC7B72}"/>
                  </a:ext>
                </a:extLst>
              </p:cNvPr>
              <p:cNvGrpSpPr/>
              <p:nvPr/>
            </p:nvGrpSpPr>
            <p:grpSpPr>
              <a:xfrm>
                <a:off x="7221245" y="-24128"/>
                <a:ext cx="3505092" cy="3572565"/>
                <a:chOff x="7527333" y="618676"/>
                <a:chExt cx="3505092" cy="357256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4A25934-AC27-504D-900B-6B59A352E2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45181">
                  <a:off x="8460748" y="31493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50CBD91-EC0C-914C-B02F-165BFDEA3B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00322" y="1659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E53098E-5E96-7D44-B439-27E0D3F61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51700">
                  <a:off x="7527333" y="15650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904FC6C0-8CEA-B34C-9A3D-0E6B28B457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676113" y="10168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6A469BB3-155F-994A-8FAC-A451A98CEC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806184" y="2197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BC252B3-3A48-C940-8F97-5E83DD24CF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99216">
                  <a:off x="9454807" y="12913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154F759-2842-5D4C-9C5B-FFB01F7EB6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592425" y="23564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2D36C27-737B-8F4A-AFAC-7A5B866DB0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7727902" y="30011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CFAA605-B1A7-4040-8C44-AEF1A20A96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89666">
                  <a:off x="9303272" y="32867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044EEEB-42DB-214C-8DE1-26082A9904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650083">
                <a:off x="7734107" y="51793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998439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A9601D7-41C5-924E-A2F6-062097D1D95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558F87A-ADD4-DD43-9BFE-DD4CAC443B6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A026638-F32C-5F4B-AFA1-6A2C32CC9D2B}"/>
                </a:ext>
              </a:extLst>
            </p:cNvPr>
            <p:cNvGrpSpPr/>
            <p:nvPr/>
          </p:nvGrpSpPr>
          <p:grpSpPr>
            <a:xfrm>
              <a:off x="4731921" y="2007911"/>
              <a:ext cx="3496157" cy="3184178"/>
              <a:chOff x="572835" y="3749136"/>
              <a:chExt cx="3496157" cy="318417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262B15F-E601-8A47-A0BD-A52CD003C79E}"/>
                  </a:ext>
                </a:extLst>
              </p:cNvPr>
              <p:cNvGrpSpPr/>
              <p:nvPr/>
            </p:nvGrpSpPr>
            <p:grpSpPr>
              <a:xfrm>
                <a:off x="572835" y="3796962"/>
                <a:ext cx="3496157" cy="3136352"/>
                <a:chOff x="1225857" y="3422868"/>
                <a:chExt cx="3496157" cy="313635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F3F85FF-43FB-024D-9550-F1D960D099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55899">
                  <a:off x="2208496" y="38210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3507AB8-85EA-7346-9DDF-E53EC5A9A3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138017" y="50463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02B0B044-AE69-DC4F-ADB5-20064A039A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30816">
                  <a:off x="3282014" y="36061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661B5AE-ECA1-A84D-B90E-4B4D1A9600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3379609" y="4921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2653D96C-541A-1140-BD6D-9B2E391098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535195" y="53249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9D33BF6-0B30-3B49-B76F-CC6B8F4959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7636">
                  <a:off x="3447704" y="55173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CCD1851-838B-C649-9134-9A0A1F86F4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21356">
                  <a:off x="1225857" y="44688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7346C59-5837-D547-AAC5-76FA5420CB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821029" y="44334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EBF7F00-D7BE-4444-A33E-531B6E03DE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461643" y="542481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D983862-3DD0-894E-98CA-AF60C6D03C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8719564">
                <a:off x="980419" y="4145540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856623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41D54FDF-38B4-C24E-9B05-65A23AE658C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3E74B14-F396-3448-919E-A69040D1B7B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D8D8E41-CD33-AB4E-82BC-9D8B66EF718D}"/>
                </a:ext>
              </a:extLst>
            </p:cNvPr>
            <p:cNvGrpSpPr/>
            <p:nvPr/>
          </p:nvGrpSpPr>
          <p:grpSpPr>
            <a:xfrm>
              <a:off x="5070156" y="1786729"/>
              <a:ext cx="2819687" cy="3713567"/>
              <a:chOff x="6183795" y="3163157"/>
              <a:chExt cx="2819687" cy="371356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09411197-0881-DB49-B408-2F19A12C7267}"/>
                  </a:ext>
                </a:extLst>
              </p:cNvPr>
              <p:cNvGrpSpPr/>
              <p:nvPr/>
            </p:nvGrpSpPr>
            <p:grpSpPr>
              <a:xfrm>
                <a:off x="6259443" y="3163157"/>
                <a:ext cx="2744039" cy="3713567"/>
                <a:chOff x="6118557" y="3163282"/>
                <a:chExt cx="2744039" cy="3713567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F19A8253-2457-A44D-B145-26505FE5B86A}"/>
                    </a:ext>
                  </a:extLst>
                </p:cNvPr>
                <p:cNvGrpSpPr/>
                <p:nvPr/>
              </p:nvGrpSpPr>
              <p:grpSpPr>
                <a:xfrm>
                  <a:off x="6118557" y="3163282"/>
                  <a:ext cx="2744039" cy="3713567"/>
                  <a:chOff x="7726700" y="3344132"/>
                  <a:chExt cx="2744039" cy="3713567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49169495-AE64-A247-A7A6-DF1D208339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106331">
                    <a:off x="7328547" y="60158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DD1F37DC-4AB2-5749-8D2F-CAE9B7BD99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34278">
                    <a:off x="7518210" y="50734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30AD32D0-3558-A245-91E5-3C58C56F37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208825" y="56418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611B3783-BD29-034C-A168-CA6052A479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3691">
                    <a:off x="9258830" y="56143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5B76A533-A4BC-AA42-8AD5-CC15251F09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03817">
                    <a:off x="9030739" y="45146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7FB189C5-A9E3-5A41-90F4-D6D7451357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917895">
                    <a:off x="8253586" y="39041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AAEF0917-03CE-5746-ABF1-E2B4DD2D49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7342347" y="37422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2157C0CC-7461-9142-AC85-CD02F9078C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30739" y="390658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4E2B7E8-CFDF-1744-B2FE-ED9F576C9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CAF6C4C-2B3A-8C42-9E77-8FAD9743BF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886521">
                <a:off x="5787391" y="457202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35664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9AD3934-B2BF-AE4D-965F-60AAA95CBDB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25B9BA7-2A96-A449-95A0-D30C380797C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9044D94-DF0F-4941-A325-6A8738C30C4D}"/>
                </a:ext>
              </a:extLst>
            </p:cNvPr>
            <p:cNvGrpSpPr/>
            <p:nvPr/>
          </p:nvGrpSpPr>
          <p:grpSpPr>
            <a:xfrm>
              <a:off x="4785003" y="1804036"/>
              <a:ext cx="3389993" cy="3591927"/>
              <a:chOff x="129894" y="720843"/>
              <a:chExt cx="3389993" cy="359192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8901767-F827-414A-A98B-F9A7E482698B}"/>
                  </a:ext>
                </a:extLst>
              </p:cNvPr>
              <p:cNvGrpSpPr/>
              <p:nvPr/>
            </p:nvGrpSpPr>
            <p:grpSpPr>
              <a:xfrm>
                <a:off x="129894" y="720843"/>
                <a:ext cx="3389993" cy="3591927"/>
                <a:chOff x="-133318" y="13444"/>
                <a:chExt cx="3389993" cy="359192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5FFDA5C9-DA42-314D-A47F-5272FACBF1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07031">
                  <a:off x="-133318" y="214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E41F1D1-7E66-7A4D-9962-BF077B9E56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28976" y="1167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0A4F91B-6764-5141-B38A-16EDC56DC7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91824" y="86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E414046F-AFE1-7D47-992F-DF47CFDB07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84686">
                  <a:off x="1027887" y="4115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B9FA733-AD62-1B47-BBD3-3ACF62232B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816675" y="1326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3DE983F-388A-2A4C-B80F-EB7FDE6EB4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653357" y="21953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22625B1B-B236-C141-B502-4BEBD8C30D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66758">
                  <a:off x="942817" y="25635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14F6CDA-6713-364A-9264-C10EC715CD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1227" y="187745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22330D8-87BE-BA4A-AA8D-F1279ABE96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12808">
                  <a:off x="1873555" y="73450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C0D2165-8E44-034D-975E-0E23AFFCDE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173767" y="113606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64690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8D2BDD19-C3C7-B344-95E9-93B34BD859A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2FBDEA9-67EA-D941-8EBC-A0AE7D585C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0676710-E1C8-7B45-86B1-AAAF2EDE46D6}"/>
                </a:ext>
              </a:extLst>
            </p:cNvPr>
            <p:cNvGrpSpPr/>
            <p:nvPr/>
          </p:nvGrpSpPr>
          <p:grpSpPr>
            <a:xfrm>
              <a:off x="4722513" y="1937813"/>
              <a:ext cx="3514973" cy="3324374"/>
              <a:chOff x="3560829" y="-7874"/>
              <a:chExt cx="3514973" cy="332437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444AC49-3CB3-DD4C-93EE-7222A4A3767B}"/>
                  </a:ext>
                </a:extLst>
              </p:cNvPr>
              <p:cNvGrpSpPr/>
              <p:nvPr/>
            </p:nvGrpSpPr>
            <p:grpSpPr>
              <a:xfrm>
                <a:off x="4034820" y="-7874"/>
                <a:ext cx="3040982" cy="3324374"/>
                <a:chOff x="4536469" y="529589"/>
                <a:chExt cx="3040982" cy="332437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C970B93-E68C-9A43-8DBE-45EF8BE033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3154">
                  <a:off x="4138316" y="9277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29FC0B6-3535-3842-85A3-180EF4A6C3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68786" y="22954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DAE4EAC-A210-2140-AC0D-B99317FB9B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61167">
                  <a:off x="6023273" y="9570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6C395E0-D892-8E47-8826-7A3D1BAABD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924710" y="28121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37115C8-2C40-3B45-9F5F-4D4C14DC1E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406797" y="12757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BF415DE-80FD-1442-8A60-3EBEE097D6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05852" y="20651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538DE03-080F-454D-A9E3-6ABF025148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00334">
                  <a:off x="5818034" y="16030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F0BB984-6979-2F48-A995-9CA65BB770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37451" y="27396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DC4937D-7593-DC47-B98E-9872E91011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93705" y="73928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FB873DB-8E67-0E47-9FA9-9A4378075D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3560829" y="2009636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462478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85C638E8-15C4-3E4A-B8CE-76408FCF66B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56D952B-BBB9-E24D-B5A8-66CD2238DA1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4DECEC92-FDD2-4C43-BFF5-FE904D85FB8B}"/>
                </a:ext>
              </a:extLst>
            </p:cNvPr>
            <p:cNvGrpSpPr/>
            <p:nvPr/>
          </p:nvGrpSpPr>
          <p:grpSpPr>
            <a:xfrm>
              <a:off x="4786985" y="1894445"/>
              <a:ext cx="3386030" cy="3411109"/>
              <a:chOff x="7520259" y="151566"/>
              <a:chExt cx="3386030" cy="3411109"/>
            </a:xfrm>
          </p:grpSpPr>
          <p:grpSp>
            <p:nvGrpSpPr>
              <p:cNvPr id="16" name="群組 15">
                <a:extLst>
                  <a:ext uri="{FF2B5EF4-FFF2-40B4-BE49-F238E27FC236}">
                    <a16:creationId xmlns:a16="http://schemas.microsoft.com/office/drawing/2014/main" id="{C20D14C0-7AAB-364B-AE58-FCD9DE066FE8}"/>
                  </a:ext>
                </a:extLst>
              </p:cNvPr>
              <p:cNvGrpSpPr/>
              <p:nvPr/>
            </p:nvGrpSpPr>
            <p:grpSpPr>
              <a:xfrm>
                <a:off x="7520259" y="151566"/>
                <a:ext cx="3386030" cy="3411109"/>
                <a:chOff x="7810260" y="780132"/>
                <a:chExt cx="3386030" cy="3411109"/>
              </a:xfrm>
            </p:grpSpPr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8F38025-F79A-4640-A990-068981F211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8460748" y="31493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D39C88C0-0212-ED4B-A24E-A73BAE0DB8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51543" y="15413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3ADE5188-DD13-9C49-A3D4-FEBD289F0D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10261" y="1524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65260E75-44B1-4344-8B95-1320E1274D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40088" y="17116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2D82EA2F-DD05-594D-A517-B3BF0DE91A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756290" y="1289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3FEDA83A-A43C-8D4E-9696-9A4B41C879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441373" y="25614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FD75726B-77E0-DE41-AF55-AC995AC07C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94522">
                  <a:off x="8530260" y="11782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68AE3177-AA86-784B-B674-51CF37E3BA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44861">
                  <a:off x="9513519" y="30154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19F0776-3168-0543-BBC5-C093500BE9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10260" y="312111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81780B37-DBAD-E248-923B-9010E6E4B3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991847">
                <a:off x="7618505" y="1620807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763155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8F4B1E0D-9C89-1948-9233-64A67A73970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68FF2AB-C55B-B74D-B075-5AA9600BC09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647E583-157F-4443-888F-0C8D3F1E84B0}"/>
                </a:ext>
              </a:extLst>
            </p:cNvPr>
            <p:cNvGrpSpPr/>
            <p:nvPr/>
          </p:nvGrpSpPr>
          <p:grpSpPr>
            <a:xfrm>
              <a:off x="5029761" y="2091446"/>
              <a:ext cx="2900478" cy="3017107"/>
              <a:chOff x="2454219" y="3434114"/>
              <a:chExt cx="2900478" cy="301710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0261FE21-514A-804A-B3CD-33E101FE0844}"/>
                  </a:ext>
                </a:extLst>
              </p:cNvPr>
              <p:cNvGrpSpPr/>
              <p:nvPr/>
            </p:nvGrpSpPr>
            <p:grpSpPr>
              <a:xfrm>
                <a:off x="2454219" y="3434114"/>
                <a:ext cx="2900478" cy="2942731"/>
                <a:chOff x="1768671" y="3501554"/>
                <a:chExt cx="2900478" cy="294273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0E58680-446F-5546-8485-7573DA7C95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56185">
                  <a:off x="1974783" y="36269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367F80B-E9CF-7147-BBD9-5E8A73701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138017" y="50463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708E168C-D0F5-3B4C-B8D6-16CC03D4D0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051451" y="45271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9F986C06-26F8-904F-A241-8C7C10BD5A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1370518" y="40603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6A058C0C-1825-8D40-A881-1247A7F17A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7636">
                  <a:off x="2790976" y="54024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B877620-4DFD-7F42-8AB4-DFB102B5C8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633550" y="38302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E4A48AC-6EFA-CC46-91E8-54726EDBC6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28301">
                  <a:off x="1432090" y="4597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BEF2591-ECE0-E949-B375-98B63174A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97383">
                  <a:off x="3156619" y="52000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12F04E7-A5EA-4246-917E-6A18332447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229149" y="350155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A5C9A9C-08BB-5E4A-A3F6-C39C187CFEF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578785">
                <a:off x="2230049" y="540762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770448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B1E93A82-9C48-CE4C-B625-FBF9902A2B1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9CCC6F-F275-2D49-B845-93FBB8A7277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7409933-8DF6-9F49-B757-56CB0182AD31}"/>
                </a:ext>
              </a:extLst>
            </p:cNvPr>
            <p:cNvGrpSpPr/>
            <p:nvPr/>
          </p:nvGrpSpPr>
          <p:grpSpPr>
            <a:xfrm>
              <a:off x="5133287" y="1939931"/>
              <a:ext cx="2693426" cy="3320137"/>
              <a:chOff x="6328991" y="3592539"/>
              <a:chExt cx="2693426" cy="332013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8413E20D-9034-7944-BF88-EE9CBA529593}"/>
                  </a:ext>
                </a:extLst>
              </p:cNvPr>
              <p:cNvGrpSpPr/>
              <p:nvPr/>
            </p:nvGrpSpPr>
            <p:grpSpPr>
              <a:xfrm>
                <a:off x="6328991" y="3592539"/>
                <a:ext cx="2693426" cy="3320137"/>
                <a:chOff x="6169170" y="3327578"/>
                <a:chExt cx="2693426" cy="3320137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0B37BA65-44A2-2948-B57D-D238EC23B59F}"/>
                    </a:ext>
                  </a:extLst>
                </p:cNvPr>
                <p:cNvGrpSpPr/>
                <p:nvPr/>
              </p:nvGrpSpPr>
              <p:grpSpPr>
                <a:xfrm>
                  <a:off x="6169170" y="3327578"/>
                  <a:ext cx="2693426" cy="3320137"/>
                  <a:chOff x="7777313" y="3508428"/>
                  <a:chExt cx="2693426" cy="3320137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A0FC2225-B6F5-344A-8FDC-3B8DD3AB9F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64554">
                    <a:off x="7490949" y="47947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93202BB2-750D-204E-8BAB-C1148DF630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209048" y="57824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398CE240-FC01-8549-B37D-EB6A348CE1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66333" y="39158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1B79ED28-8E31-004D-9F3E-068B5548F40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30739" y="45146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AC94F0CB-2EA3-0640-BD23-FBDFEF36D8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917895">
                    <a:off x="7379160" y="39530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333F82D3-924C-DA43-AFFC-1202AE03BF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8935690" y="57867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E75E8F07-B80E-B844-A968-77D76E2F12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876072" y="43954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82217E8-3B55-9144-894D-C6ACE224A3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61600">
                    <a:off x="9030739" y="390658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962EC22-C750-594A-A49F-7F862B48CA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58B4E7B-40B9-534B-B6FB-5364C3992E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5976507" y="561349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213685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533F22EA-C0DD-234F-8A30-F80F345F4BE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4AEC8B-789F-3E4C-B26E-269D6C5DDB1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17D056A-38AE-F64F-8B11-A5635304B214}"/>
                </a:ext>
              </a:extLst>
            </p:cNvPr>
            <p:cNvGrpSpPr/>
            <p:nvPr/>
          </p:nvGrpSpPr>
          <p:grpSpPr>
            <a:xfrm>
              <a:off x="4848427" y="2047894"/>
              <a:ext cx="3263146" cy="3104212"/>
              <a:chOff x="192406" y="94877"/>
              <a:chExt cx="3263146" cy="310421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BCBEBE2-F0DE-FC4A-8D59-D403B80735DD}"/>
                  </a:ext>
                </a:extLst>
              </p:cNvPr>
              <p:cNvGrpSpPr/>
              <p:nvPr/>
            </p:nvGrpSpPr>
            <p:grpSpPr>
              <a:xfrm>
                <a:off x="192406" y="94877"/>
                <a:ext cx="3263146" cy="2862099"/>
                <a:chOff x="-133318" y="-53717"/>
                <a:chExt cx="3263146" cy="286209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27BCB196-4287-F944-BA4C-F17166F757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133318" y="214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53D3DB9-7A24-3645-9FC8-C28EA8D81D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26357" y="11305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44ECAB6-CAFE-AE4C-84D1-282FAE84FF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69224">
                  <a:off x="434726" y="8289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2ACE4EB-092D-524F-95F1-8AE9F6CF18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027887" y="4115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75A0A72-AE0F-EB46-BE3A-8B245ACAB3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11162" y="3089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05CE3E02-2632-8B49-BC39-1BB131B13C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9908">
                  <a:off x="1358465" y="2000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14214704-E356-A142-98C0-6518564285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42002">
                  <a:off x="1689828" y="2164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4330293-B3AA-2C4E-8789-5D066BB22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42229" y="10441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B6CC2ED-1FC0-1747-A29A-31BEF028E8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553457" flipV="1">
                  <a:off x="-152121" y="34443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70E9E19-16F1-A944-872C-63C60F07FE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638849" y="255189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276990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B343B35-CDD8-204F-B427-B2AA44FB042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5E376F4-4B6B-1243-BD63-DF7BC59743D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C0E98FA-1E22-EC44-86AA-83E269F57EED}"/>
                </a:ext>
              </a:extLst>
            </p:cNvPr>
            <p:cNvGrpSpPr/>
            <p:nvPr/>
          </p:nvGrpSpPr>
          <p:grpSpPr>
            <a:xfrm>
              <a:off x="5143604" y="1862959"/>
              <a:ext cx="3178308" cy="3474082"/>
              <a:chOff x="4330387" y="477268"/>
              <a:chExt cx="3178308" cy="347408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814BC4D1-4710-D646-9785-2559E61A1E49}"/>
                  </a:ext>
                </a:extLst>
              </p:cNvPr>
              <p:cNvGrpSpPr/>
              <p:nvPr/>
            </p:nvGrpSpPr>
            <p:grpSpPr>
              <a:xfrm>
                <a:off x="4434544" y="477268"/>
                <a:ext cx="3074151" cy="2893076"/>
                <a:chOff x="4514109" y="273821"/>
                <a:chExt cx="3074151" cy="289307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6D4D3A94-3C38-1147-81A2-988FAE6DB9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15956" y="18657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02E3F07-F5A3-2541-A63C-9393FE227B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925">
                  <a:off x="5496194" y="23346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35172F5-EE37-E841-AF1C-0D8B14B2B4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61167">
                  <a:off x="5804975" y="7900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4B05647-E583-0943-AB7B-499AE0FAEB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70356" y="25009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3176673-EBF2-0249-9C9A-FF0840C27F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7760">
                  <a:off x="4353620" y="132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8315A84-206A-0642-8BA0-AC52CC0E15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151167" y="1303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F1F136B-CE7A-8D4F-8180-A29EE20CBD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63239">
                  <a:off x="5842356" y="16549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DF72FBC-319E-904D-A6BD-73764835B9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48260" y="25232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998DD95-82B2-3A4E-85D6-728CDF9F48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481557" y="67197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0DBED80-7EB7-B24D-9925-0899C4A7E67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3933983" y="2907754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466366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55C81B22-17AC-DC46-A250-CC4587ACE07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EEAAE4E-7756-CE49-AE89-45313EBF8A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5139F87-ED07-3046-9EDD-BA67ED42413A}"/>
                </a:ext>
              </a:extLst>
            </p:cNvPr>
            <p:cNvGrpSpPr/>
            <p:nvPr/>
          </p:nvGrpSpPr>
          <p:grpSpPr>
            <a:xfrm>
              <a:off x="5046168" y="1985804"/>
              <a:ext cx="3173432" cy="3228392"/>
              <a:chOff x="7781680" y="102249"/>
              <a:chExt cx="3173432" cy="322839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B4F553C6-4B66-DC4B-B027-C310CFE8FF69}"/>
                  </a:ext>
                </a:extLst>
              </p:cNvPr>
              <p:cNvGrpSpPr/>
              <p:nvPr/>
            </p:nvGrpSpPr>
            <p:grpSpPr>
              <a:xfrm>
                <a:off x="7781680" y="102249"/>
                <a:ext cx="3173432" cy="3228392"/>
                <a:chOff x="7943066" y="932577"/>
                <a:chExt cx="3173432" cy="322839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4595E3BD-058D-1F4D-BA34-8D15031EFC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546044" y="30316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8430A7D-BF69-8B47-A8CF-B22A9CE0FC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43284">
                  <a:off x="9676498" y="20069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5F965D2-3363-6241-9A1A-6C1AC93CAC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810261" y="1524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ED59F4E6-429D-5C41-8A28-92A3FDE0CA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962228" y="17253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4DA6278-8D2E-BB46-8AD1-FE8E0D4269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168787">
                  <a:off x="9559978" y="13307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CC189B9-FE88-674D-870B-935F41B79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8012">
                  <a:off x="9057813" y="29350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9E67F28-B45E-2447-B718-084E6337A9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530260" y="11782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89B0989-DC4A-914C-B3F0-BDF9B449EE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44913" y="2462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6746D25-670A-8F4D-B089-B3E46CF21A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86597">
                  <a:off x="8144873" y="31191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8AD6E93-9904-CE42-9E68-ADD284B876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455307">
                <a:off x="7574167" y="1325681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794731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BE99B78-B2E5-8146-A2BA-FB6E9CFC5E9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506AEF6-0CF5-9C45-85A3-C8B2261887A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CF0A527-1BF2-7D44-A45E-3804A6FAA84B}"/>
                </a:ext>
              </a:extLst>
            </p:cNvPr>
            <p:cNvGrpSpPr/>
            <p:nvPr/>
          </p:nvGrpSpPr>
          <p:grpSpPr>
            <a:xfrm>
              <a:off x="4957286" y="1853172"/>
              <a:ext cx="3045428" cy="3493656"/>
              <a:chOff x="2074886" y="3249873"/>
              <a:chExt cx="3045428" cy="349365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19AEB36-A5D0-4C44-A31E-D1289B32A8CE}"/>
                  </a:ext>
                </a:extLst>
              </p:cNvPr>
              <p:cNvGrpSpPr/>
              <p:nvPr/>
            </p:nvGrpSpPr>
            <p:grpSpPr>
              <a:xfrm>
                <a:off x="2074886" y="3249873"/>
                <a:ext cx="3045428" cy="3493656"/>
                <a:chOff x="1543535" y="3114990"/>
                <a:chExt cx="3045428" cy="349365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3074F86-C048-B44D-963E-E245035C9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1543535" y="54301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C512E9F-B4E0-1C46-B941-2A9D553116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536475" y="38161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B71219B-D369-4D4F-B69F-88B1A4A2B2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1588502" y="4062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AC05ED1-5763-0843-9ADB-A6D38A507E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270053" y="5566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ADE0708-B83F-3C4D-ACCE-5C202DA04D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80466">
                  <a:off x="3253743" y="53134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35307E6-665D-AF49-972B-7967008C1A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148963" y="46563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59CDC49-7EF3-0E47-BFB9-4D58FA2DC6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25764" y="46239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A7A3010B-8590-8748-8A3F-AFCCB260C7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384716" y="52363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AD4C6DE-5F27-5647-8971-68CE9C66D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6590">
                  <a:off x="3259990" y="351314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999814E-1A1F-0445-AAD3-506CE87988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8710788">
                <a:off x="1896711" y="376805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874050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ED969592-EC10-524F-939A-8D512500696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74591FD-39DE-014D-8DED-A3E70968C0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CABCDAE-85DA-E544-BDA5-DCFA1525FEC7}"/>
                </a:ext>
              </a:extLst>
            </p:cNvPr>
            <p:cNvGrpSpPr/>
            <p:nvPr/>
          </p:nvGrpSpPr>
          <p:grpSpPr>
            <a:xfrm>
              <a:off x="4796782" y="1871741"/>
              <a:ext cx="3366435" cy="3456518"/>
              <a:chOff x="6789354" y="3286052"/>
              <a:chExt cx="3366435" cy="345651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C61B954-3E4D-8F4B-A3C2-FBD6D1BEAC56}"/>
                  </a:ext>
                </a:extLst>
              </p:cNvPr>
              <p:cNvGrpSpPr/>
              <p:nvPr/>
            </p:nvGrpSpPr>
            <p:grpSpPr>
              <a:xfrm>
                <a:off x="6789354" y="3286052"/>
                <a:ext cx="3366435" cy="3456518"/>
                <a:chOff x="5691418" y="3419119"/>
                <a:chExt cx="3366435" cy="3456518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27686F70-215A-6245-9933-4DEA9C6837BA}"/>
                    </a:ext>
                  </a:extLst>
                </p:cNvPr>
                <p:cNvGrpSpPr/>
                <p:nvPr/>
              </p:nvGrpSpPr>
              <p:grpSpPr>
                <a:xfrm>
                  <a:off x="6253906" y="3419119"/>
                  <a:ext cx="2803947" cy="3456518"/>
                  <a:chOff x="7862049" y="3599969"/>
                  <a:chExt cx="2803947" cy="3456518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AFAF2B6C-F9A3-B445-A117-B2380A3575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64554">
                    <a:off x="7490949" y="47947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6C30890F-5D6F-2043-B6C9-63DC7E4607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862049" y="58852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567E5A5E-718E-6847-BB06-812A64ACDF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66333" y="39158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A2FF0CE7-719C-D240-BD20-FE983E9346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262318" y="42866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78403362-86AB-2249-BB19-CB08639992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24525">
                    <a:off x="8820354" y="6014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5E095F03-1EFF-E148-8148-3F9B45B053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323335">
                    <a:off x="9225996" y="49076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77B5643F-F117-E841-8F26-BAB661CD5E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31249">
                    <a:off x="8636732" y="54517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447C22D0-5BC2-494B-A3D6-5D2EE07102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61600">
                    <a:off x="7821061" y="399812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DDB4DA8-7219-9B45-8B83-EAF7DA0C04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08769">
                  <a:off x="5691418" y="391260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E3488BD-196C-7147-9B68-732AC74A4D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6600561" y="519751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26459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A954662-F2C6-4048-9C57-BE564D7AA9B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824BD45-64C1-C742-A269-2C7DA895AE2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1482F57-866C-EE4F-B30A-83943D4CB1BE}"/>
                </a:ext>
              </a:extLst>
            </p:cNvPr>
            <p:cNvGrpSpPr/>
            <p:nvPr/>
          </p:nvGrpSpPr>
          <p:grpSpPr>
            <a:xfrm>
              <a:off x="4797764" y="2030780"/>
              <a:ext cx="3364472" cy="3138439"/>
              <a:chOff x="713116" y="375800"/>
              <a:chExt cx="3364472" cy="313843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D1AA49E-698B-984F-BF91-B650FE010727}"/>
                  </a:ext>
                </a:extLst>
              </p:cNvPr>
              <p:cNvGrpSpPr/>
              <p:nvPr/>
            </p:nvGrpSpPr>
            <p:grpSpPr>
              <a:xfrm>
                <a:off x="794067" y="375800"/>
                <a:ext cx="3283521" cy="3138439"/>
                <a:chOff x="4518" y="285931"/>
                <a:chExt cx="3283521" cy="313843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69844125-228F-8C48-AA87-69B215B660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36345" y="1974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895E728-ECE0-5C47-906D-A95C9EE496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5026">
                  <a:off x="1478222" y="10832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F64D18C-239E-DE40-BA56-44D4796379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38250">
                  <a:off x="691824" y="86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18728F4-8C28-CF4D-8DC0-DE2D032CB9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478391" y="23825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A1BBBA7-E8CC-A749-A963-A3038C060B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404324" y="17658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E027C46-6154-A547-9B23-076B673AD3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9908">
                  <a:off x="4518" y="24024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677D533-F771-2044-936B-EC3C832C53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42002">
                  <a:off x="1848039" y="2859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9EAF984-3194-6848-BEBD-7CF39E22DA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222748" y="38056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53DC13E-C63E-4140-989B-13141E66B0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6657" y="15358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0CEB49A-E1AE-624E-AF95-8381DBD480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713116" y="784098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076601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2A355B5-8495-844E-9E96-D531DC84724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661BBC5-DA7B-594F-AA9C-FC3A80B5F27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D142B5A-914D-1645-9B2C-2F6188545777}"/>
                </a:ext>
              </a:extLst>
            </p:cNvPr>
            <p:cNvGrpSpPr/>
            <p:nvPr/>
          </p:nvGrpSpPr>
          <p:grpSpPr>
            <a:xfrm>
              <a:off x="4595383" y="2056447"/>
              <a:ext cx="3385616" cy="3087106"/>
              <a:chOff x="3873389" y="154276"/>
              <a:chExt cx="3385616" cy="308710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E68FBBC-21AF-9A42-B487-6D0F05F51B2A}"/>
                  </a:ext>
                </a:extLst>
              </p:cNvPr>
              <p:cNvGrpSpPr/>
              <p:nvPr/>
            </p:nvGrpSpPr>
            <p:grpSpPr>
              <a:xfrm>
                <a:off x="3873389" y="154276"/>
                <a:ext cx="3385616" cy="3087106"/>
                <a:chOff x="3861089" y="324131"/>
                <a:chExt cx="3385616" cy="308710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E9D278B-6724-D346-93CB-D239B245AC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75989" y="2523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5F617D4-1681-3F44-83BF-77AE7E25B8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31844">
                  <a:off x="5985009" y="23693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0860568D-CD27-B641-8579-9AA6E217B4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97235">
                  <a:off x="5816333" y="11231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A195F2F-26B5-C841-A201-851AE400CA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861089" y="1921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85A3D3F-86E5-1641-9BCC-BDC32D8469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77784">
                  <a:off x="5121551" y="2446937"/>
                  <a:ext cx="1440000" cy="652010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3C81E07-69AF-0E4A-83DD-64509B3BB0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7760">
                  <a:off x="4353620" y="132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E7AEB26-A537-3246-89F9-8951D31C7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31661">
                  <a:off x="4955649" y="9964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E432C92-1C9B-5549-9DCA-DDCCEBBACB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204859" y="16909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551EA0A8-7FA9-674A-A15C-40D24B8557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77494">
                  <a:off x="6104329" y="72228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C636919-1D98-F54B-9B96-3DAA52EF86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239953">
                <a:off x="4102651" y="454252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727682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55D98FDB-0898-464E-8C23-FCA791E360B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517A81E-4C38-ED44-ACED-60BAB53522F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501B0C0-8360-4845-8C60-A55478CCA073}"/>
                </a:ext>
              </a:extLst>
            </p:cNvPr>
            <p:cNvGrpSpPr/>
            <p:nvPr/>
          </p:nvGrpSpPr>
          <p:grpSpPr>
            <a:xfrm>
              <a:off x="4572900" y="2132228"/>
              <a:ext cx="3814200" cy="2935544"/>
              <a:chOff x="8179374" y="488189"/>
              <a:chExt cx="3814200" cy="293554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EBE89F6-E489-A444-9F75-AEDA6DAFBD27}"/>
                  </a:ext>
                </a:extLst>
              </p:cNvPr>
              <p:cNvGrpSpPr/>
              <p:nvPr/>
            </p:nvGrpSpPr>
            <p:grpSpPr>
              <a:xfrm>
                <a:off x="8179374" y="488189"/>
                <a:ext cx="3814200" cy="2935544"/>
                <a:chOff x="7457100" y="1293360"/>
                <a:chExt cx="3814200" cy="29355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E5B27A3-4F69-E347-8D89-B6EA108246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457100" y="1357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E22955F-EDEA-9C46-9A08-0401242AD7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345037" y="12933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7995450A-936E-4142-9DC0-97EACBAE59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40322">
                  <a:off x="9024103" y="14810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668BD04-44BB-9E44-9DE1-34DD917E1C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08951">
                  <a:off x="7806184" y="2197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C5373EF-321B-0B4E-AA1E-CA5A4058E6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59434" y="21651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98FA4697-F503-CC48-9F60-D163E796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96593" y="25605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7510710-8DBD-6A4F-AE22-12A2D5B205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69889">
                  <a:off x="8357754" y="31870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313E2943-DE5B-5A4F-B470-D76F647193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524635" y="2962574"/>
                  <a:ext cx="1565601" cy="699838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A547E92-F189-244A-AE50-CE81B18A1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13926">
                  <a:off x="9831300" y="130111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30775A4-F21B-E843-B130-802382FA37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363501">
                <a:off x="8404236" y="2061589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736176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0653EFC-03FB-B14F-8022-29654142CEF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9FBB2DC-CD69-6242-81F9-37CE88147F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050BAD7-1980-6D44-AA07-37CFFF480B2D}"/>
                </a:ext>
              </a:extLst>
            </p:cNvPr>
            <p:cNvGrpSpPr/>
            <p:nvPr/>
          </p:nvGrpSpPr>
          <p:grpSpPr>
            <a:xfrm>
              <a:off x="4911148" y="1710563"/>
              <a:ext cx="3137703" cy="3778873"/>
              <a:chOff x="1120233" y="3366561"/>
              <a:chExt cx="3137703" cy="377887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D29244CF-06BE-C944-96A5-0BF984D0920F}"/>
                  </a:ext>
                </a:extLst>
              </p:cNvPr>
              <p:cNvGrpSpPr/>
              <p:nvPr/>
            </p:nvGrpSpPr>
            <p:grpSpPr>
              <a:xfrm>
                <a:off x="1120233" y="3366561"/>
                <a:ext cx="3137703" cy="3778873"/>
                <a:chOff x="1543535" y="3113252"/>
                <a:chExt cx="3137703" cy="377887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1730CFD-DBD4-CE4C-841F-7EC761938C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401038" y="37002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D475277-8AB5-7E49-947F-AC2845DBCE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43535" y="54301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977745E-261F-9140-A970-57A8C15D3A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474593" y="35114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5FB2D18E-33AF-4D45-AA08-FFF60267E4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52029">
                  <a:off x="1282742" y="40953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D37894B-13C0-5149-BC3A-17D575DC50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241238" y="49529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A11B149A-7EBD-6844-80E3-91A35E42E7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641347">
                  <a:off x="2143465" y="58502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D6A01B2-A62F-4C43-9812-1BE43EC722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1630">
                  <a:off x="3095041" y="46356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353D2254-A3C5-8349-904C-27FBA93DA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72504">
                  <a:off x="2629412" y="50606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C0B7A9F-23A5-1849-9C68-F6BD7F286D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6590">
                  <a:off x="3259990" y="351314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CB4BAA0-FE12-1948-8050-3E58E0D97B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1209561" y="496170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6671109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7544F8E7-7CA3-794E-8ACE-A378FD6066A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9E46CC8-7D91-4346-A5CF-70A977F158E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E2DC50B-9A58-7B48-B07B-EF03A6A21628}"/>
                </a:ext>
              </a:extLst>
            </p:cNvPr>
            <p:cNvGrpSpPr/>
            <p:nvPr/>
          </p:nvGrpSpPr>
          <p:grpSpPr>
            <a:xfrm>
              <a:off x="4944050" y="2005257"/>
              <a:ext cx="3071900" cy="3189486"/>
              <a:chOff x="6630642" y="3468444"/>
              <a:chExt cx="3071900" cy="318948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30A353D-C1F9-2146-88BE-823E370E5635}"/>
                  </a:ext>
                </a:extLst>
              </p:cNvPr>
              <p:cNvGrpSpPr/>
              <p:nvPr/>
            </p:nvGrpSpPr>
            <p:grpSpPr>
              <a:xfrm>
                <a:off x="6693669" y="3468444"/>
                <a:ext cx="3008873" cy="3189486"/>
                <a:chOff x="6048980" y="3300436"/>
                <a:chExt cx="3008873" cy="3189486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2D471E54-7B09-924A-BCFD-6F3EEE003B58}"/>
                    </a:ext>
                  </a:extLst>
                </p:cNvPr>
                <p:cNvGrpSpPr/>
                <p:nvPr/>
              </p:nvGrpSpPr>
              <p:grpSpPr>
                <a:xfrm>
                  <a:off x="6048980" y="3300436"/>
                  <a:ext cx="3008873" cy="3189486"/>
                  <a:chOff x="7657123" y="3481286"/>
                  <a:chExt cx="3008873" cy="3189486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8C7AD506-291C-9E43-9C75-006A55D37C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58970" y="56289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7E75E46B-64D9-2749-B99C-6A39EB8FAD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98102">
                    <a:off x="7705739" y="50886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B325ECC8-2F26-B340-899C-F6CCC6B538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465373" y="39012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3C47F96B-469B-304C-81C2-618EC2A3AA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30894">
                    <a:off x="8786015" y="45811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E5EFA86-1619-EE43-9309-CA7C92D2B2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519539" y="38794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DF50CCA5-5178-D64A-A287-1794308A60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323335">
                    <a:off x="9225996" y="49076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4C2E3B93-DDB7-D247-9815-1B3BF071AB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434055" y="56033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14E87960-3BD6-0846-A942-9D7C3C6DCD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269870">
                    <a:off x="9195810" y="3959834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BC8873F-F739-5E49-AFF0-68F29209C5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08769">
                  <a:off x="7485942" y="577952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7B9A838-CA5A-BA49-936C-E4005B9CCE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848845">
                <a:off x="6234238" y="4379075"/>
                <a:ext cx="1440000" cy="6471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255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104</Words>
  <Application>Microsoft Macintosh PowerPoint</Application>
  <PresentationFormat>寬螢幕</PresentationFormat>
  <Paragraphs>104</Paragraphs>
  <Slides>100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100</vt:i4>
      </vt:variant>
    </vt:vector>
  </HeadingPairs>
  <TitlesOfParts>
    <vt:vector size="106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Microsoft Office User</cp:lastModifiedBy>
  <cp:revision>11</cp:revision>
  <dcterms:created xsi:type="dcterms:W3CDTF">2022-01-16T08:49:09Z</dcterms:created>
  <dcterms:modified xsi:type="dcterms:W3CDTF">2022-01-20T11:06:00Z</dcterms:modified>
</cp:coreProperties>
</file>