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66"/>
    <p:restoredTop sz="94655"/>
  </p:normalViewPr>
  <p:slideViewPr>
    <p:cSldViewPr snapToGrid="0" snapToObjects="1" showGuides="1">
      <p:cViewPr varScale="1">
        <p:scale>
          <a:sx n="108" d="100"/>
          <a:sy n="108" d="100"/>
        </p:scale>
        <p:origin x="72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B119CB-3A9F-FF40-8FC3-7295CA97C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A0011D3-188F-2149-A365-C228C61480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E134A8F-02F0-1244-B6D2-E0AB85F09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2022/1/17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AC882C4-DF27-D846-A372-EABF98782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CF66AE6-E9BF-614C-8A12-B9E857626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41291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0B71A4-D1F6-CC45-B4EE-672379ADF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80D534-C68C-6048-9CF4-45252D798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DFD0803-8161-8C40-B10B-2722CA9AF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2022/1/17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BBD775-9641-5B4A-A37F-11674F2A6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4EAAF20-2E32-2249-AAC4-A6133661E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2783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30ED4C-7E1B-EF4C-BE9F-9F65E31FD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6CE5896-D5F3-5145-B6D3-7E6630D37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DAF359-AED2-E34D-BB44-2F90443EE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2022/1/17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54A1FD-2261-0043-9579-543B734DD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4602591-080B-074F-BC1F-D334F8214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6772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60BFA2-7E07-6746-A9CF-878CA9500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FE6540-D279-4643-A232-253D5A701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2D724FB-36E3-084C-A34A-2E415A62F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FBDC2D1-62CD-9D4C-9CFA-3554AC311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2022/1/17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0F6F828-28D5-334A-958F-F96078BF5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F731E60-B079-5541-82C3-441AFD85F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46782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50F037-D0F9-C348-B6A4-AE431ADB9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7380037-4B06-4948-ABA3-8E8302E22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F3CA1C9-E1A8-0C4B-837F-101315AFD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30DE51A-0CDB-3B4D-B1E9-FBC4CD29F4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09D9818-8F55-F945-BCE2-E0F0EA6357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5CC34C0-E3E2-2D4E-B0EE-55EDE24E3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2022/1/17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BA090DF-3EEC-6F48-98B1-377C9F801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BEDD677-6E6C-534F-B370-9D4DC6A0C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03086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0541AC-262F-B246-9B67-20A38795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ECF924A-6D4D-7149-ADF9-965251397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2022/1/17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B0BF5E-F42E-BD42-83DC-7B4050ADA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208DA23-E46D-6B42-AFBE-9933674EA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39459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56202C9-2235-6840-9FDE-A39E0282B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2022/1/17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302638C-3224-7242-B7B0-72E8941D9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DE79102-F959-EF4C-B67D-4333E91DD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0668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04E58C-BEC5-DB41-AEBC-4D9CF82E4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AB1B4A-C366-4343-B94A-FA352FA05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D1334D2-D98A-9742-BB04-BEFA63FCF4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3956EAA-B2FB-6F43-AF78-80FAFD52A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2022/1/17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7A37126-FD87-DB43-B94A-F185F174D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4D561A8-1338-6248-8770-77B945E57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1580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C5B4E9-0A09-764A-932A-1964B9AE9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26AC4F5-96BA-8247-893F-D7A23BCBC7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5ACF5CB-408A-0C4C-A57F-BE48E4DD0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9DA68F4-7B90-6841-B87B-720AE8B1F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2022/1/17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6382FB5-C197-D540-B93C-FB7E264E0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F23FEA8-CEF6-6244-894C-FA20E5977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17373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9D384A-4F5E-624D-BA76-9317C2A36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038B9E1-54A7-B445-AC88-2654557BB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BC26AC2-2E26-1842-B879-BD8FEBA7A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2022/1/17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828C254-3684-BC41-9DCA-E6BBA7A6B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BB1A453-44D7-1241-8B79-E73994417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09997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76137B2-3FC2-484A-9819-D0FCB15D57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D2A0DD5-BF15-1747-9E80-247C8356B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B02A59-FB8C-6549-ABF8-18DC3A85F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2022/1/17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E9E9EA3-A9D7-834A-AE6D-FFFA18F04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5513A0-491C-F947-AE31-7C4039652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04956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05D540B-B96E-0C4A-8BBA-F1C696EDB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0BB34DA-32A3-924E-85BB-C4699BB39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6C2E15-9616-674F-A44B-A8C60DE06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06A38-E1CE-E54F-90FE-A6B31CEEB665}" type="datetimeFigureOut">
              <a:rPr kumimoji="1" lang="zh-TW" altLang="en-US" smtClean="0"/>
              <a:t>2022/1/17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FC355B0-BAE2-C84E-A52B-A0516C577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6B0F006-ADC2-D945-9AD7-9E57E04F41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45542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DC1281AA-9E40-A14E-89D9-FD33DA6A44F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7643797">
              <a:off x="6295467" y="3446109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723310">
              <a:off x="6031370" y="2740854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652924">
              <a:off x="5880615" y="4249613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158717">
              <a:off x="4931795" y="3516990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863431" y="2574844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4493094">
              <a:off x="4840811" y="4056308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009082">
              <a:off x="6313609" y="2301229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765337" y="3037853"/>
              <a:ext cx="1440000" cy="643693"/>
            </a:xfrm>
            <a:prstGeom prst="rect">
              <a:avLst/>
            </a:prstGeom>
          </p:spPr>
        </p:pic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flipV="1">
              <a:off x="5559766" y="2237748"/>
              <a:ext cx="1440000" cy="643693"/>
            </a:xfrm>
            <a:prstGeom prst="rect">
              <a:avLst/>
            </a:prstGeom>
          </p:spPr>
        </p:pic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6200000">
              <a:off x="6836465" y="4115072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85364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18D9A3B0-0FFA-2A41-9095-0F858BD14211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822438">
              <a:off x="4899284" y="2404179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5962946" y="4359322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2492067">
              <a:off x="5172088" y="4128317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5438784" y="2508933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4179700">
              <a:off x="6566115" y="3994411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481240" y="3146357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658448">
              <a:off x="5112578" y="3114351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729287">
              <a:off x="6428676" y="2191193"/>
              <a:ext cx="1440000" cy="643693"/>
            </a:xfrm>
            <a:prstGeom prst="rect">
              <a:avLst/>
            </a:prstGeom>
          </p:spPr>
        </p:pic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868621" y="3912847"/>
              <a:ext cx="1440000" cy="643693"/>
            </a:xfrm>
            <a:prstGeom prst="rect">
              <a:avLst/>
            </a:prstGeom>
          </p:spPr>
        </p:pic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7563542">
              <a:off x="6831715" y="2519669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22913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群組 6"/>
          <p:cNvGrpSpPr/>
          <p:nvPr/>
        </p:nvGrpSpPr>
        <p:grpSpPr>
          <a:xfrm>
            <a:off x="680130" y="537502"/>
            <a:ext cx="3033656" cy="3033656"/>
            <a:chOff x="7204087" y="1914881"/>
            <a:chExt cx="3033656" cy="303365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" name="群組 1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717D1311-62D6-FF48-ADA0-992506541EB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992003">
              <a:off x="4628386" y="2962967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807630" y="4232209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181752" y="3654903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665562">
              <a:off x="5046931" y="2273216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7929421">
              <a:off x="6019817" y="2614086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332587">
              <a:off x="5583087" y="4294730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764076" y="4168333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977844">
              <a:off x="6750875" y="3235358"/>
              <a:ext cx="1440000" cy="643693"/>
            </a:xfrm>
            <a:prstGeom prst="rect">
              <a:avLst/>
            </a:prstGeom>
          </p:spPr>
        </p:pic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5234663" y="3413636"/>
              <a:ext cx="1440000" cy="643693"/>
            </a:xfrm>
            <a:prstGeom prst="rect">
              <a:avLst/>
            </a:prstGeom>
          </p:spPr>
        </p:pic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2368141">
              <a:off x="6701872" y="2530356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24814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群組 6"/>
          <p:cNvGrpSpPr/>
          <p:nvPr/>
        </p:nvGrpSpPr>
        <p:grpSpPr>
          <a:xfrm>
            <a:off x="286985" y="494848"/>
            <a:ext cx="3033656" cy="3033656"/>
            <a:chOff x="7204087" y="1914881"/>
            <a:chExt cx="3033656" cy="303365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" name="群組 1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5D4F6663-83E0-CB44-BBF5-4A3CBDA3242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192173" y="3206658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874766" y="2509829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752524" y="3812599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784076">
              <a:off x="4836333" y="3199739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5380662" y="3851771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915950" y="2781864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018157">
              <a:off x="6243388" y="2434151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5043739" y="4211355"/>
              <a:ext cx="1440000" cy="643693"/>
            </a:xfrm>
            <a:prstGeom prst="rect">
              <a:avLst/>
            </a:prstGeom>
          </p:spPr>
        </p:pic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697685">
              <a:off x="5381979" y="2463911"/>
              <a:ext cx="1440000" cy="643693"/>
            </a:xfrm>
            <a:prstGeom prst="rect">
              <a:avLst/>
            </a:prstGeom>
          </p:spPr>
        </p:pic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0800000">
              <a:off x="6246416" y="4126302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72868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群組 8"/>
          <p:cNvGrpSpPr/>
          <p:nvPr/>
        </p:nvGrpSpPr>
        <p:grpSpPr>
          <a:xfrm>
            <a:off x="491221" y="329243"/>
            <a:ext cx="3033656" cy="3033656"/>
            <a:chOff x="7204087" y="1914881"/>
            <a:chExt cx="3033656" cy="3033656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" name="群組 1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5B4F53EA-90A7-BE4F-81D9-B152DC210F7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304206">
              <a:off x="4726130" y="2970733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483818" y="3010016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402199" y="3783213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305424" y="3723271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249141">
              <a:off x="5796220" y="2398837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5309">
              <a:off x="4664309" y="4114214"/>
              <a:ext cx="1440000" cy="643693"/>
            </a:xfrm>
            <a:prstGeom prst="rect">
              <a:avLst/>
            </a:prstGeom>
          </p:spPr>
        </p:pic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2969605">
              <a:off x="5678639" y="4114214"/>
              <a:ext cx="1440000" cy="643693"/>
            </a:xfrm>
            <a:prstGeom prst="rect">
              <a:avLst/>
            </a:prstGeom>
          </p:spPr>
        </p:pic>
        <p:pic>
          <p:nvPicPr>
            <p:cNvPr id="17" name="圖片 1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230587">
              <a:off x="6606969" y="4231050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5084431" y="2281310"/>
              <a:ext cx="1440000" cy="643693"/>
            </a:xfrm>
            <a:prstGeom prst="rect">
              <a:avLst/>
            </a:prstGeom>
          </p:spPr>
        </p:pic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5400000">
              <a:off x="6742163" y="2204747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11301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群組 6"/>
          <p:cNvGrpSpPr/>
          <p:nvPr/>
        </p:nvGrpSpPr>
        <p:grpSpPr>
          <a:xfrm>
            <a:off x="257600" y="148255"/>
            <a:ext cx="3033656" cy="3033656"/>
            <a:chOff x="7204087" y="1914881"/>
            <a:chExt cx="3033656" cy="303365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" name="群組 1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7965B53B-FCB2-2B4D-94D6-42FF0D1B258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622075">
              <a:off x="6800981" y="2831275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4077262">
              <a:off x="6318993" y="2564674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776097">
              <a:off x="5602480" y="4270771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4961864" y="3496938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107938">
              <a:off x="4969487" y="2671169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705413" y="4313581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062370">
              <a:off x="4629214" y="4095574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034952" y="2268446"/>
              <a:ext cx="1440000" cy="643693"/>
            </a:xfrm>
            <a:prstGeom prst="rect">
              <a:avLst/>
            </a:prstGeom>
          </p:spPr>
        </p:pic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891330" flipV="1">
              <a:off x="5213292" y="2308026"/>
              <a:ext cx="1440000" cy="643693"/>
            </a:xfrm>
            <a:prstGeom prst="rect">
              <a:avLst/>
            </a:prstGeom>
          </p:spPr>
        </p:pic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3153839">
              <a:off x="6419807" y="3438807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35355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492561" y="448934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961C9B1-6115-054D-A932-C43FE8BE24A3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811109" y="2332507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516299" y="3954950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4381385">
              <a:off x="4838182" y="4180945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117169">
              <a:off x="5094504" y="2622385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629157" y="3163770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093073">
              <a:off x="6284445" y="3653004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148143">
              <a:off x="5953522" y="2305192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980173">
              <a:off x="6664765" y="2247091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5054355" y="3362931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0800000">
              <a:off x="6756045" y="4173793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01372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387882" y="412533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4A5F3C2-5F0F-E048-836D-5CBCD5D14730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411426">
              <a:off x="5206738" y="3110134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621590">
              <a:off x="6190737" y="4176893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853357" y="2409056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426870">
              <a:off x="5806691" y="2452697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503846">
              <a:off x="5274111" y="3813620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051759">
              <a:off x="6759670" y="3891099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524419">
              <a:off x="6710343" y="2730903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838976">
              <a:off x="6531868" y="2437406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884892" y="4000236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2379676">
              <a:off x="6114811" y="3499704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33490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479479" y="672933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B89AA429-1EC6-7A46-9E85-EE026B86D4D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772040">
              <a:off x="6568817" y="3523221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2760847">
              <a:off x="4801945" y="2477471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467939" y="4247475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333975" y="3204468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557061">
              <a:off x="4652532" y="3676610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380820" y="2822050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559936">
              <a:off x="5185888" y="4247477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508429">
              <a:off x="6075729" y="4006736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079773">
              <a:off x="5655965" y="2352673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3364026">
              <a:off x="6909731" y="2309926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88442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/>
          <p:cNvGrpSpPr/>
          <p:nvPr/>
        </p:nvGrpSpPr>
        <p:grpSpPr>
          <a:xfrm>
            <a:off x="321327" y="392690"/>
            <a:ext cx="3033656" cy="3033656"/>
            <a:chOff x="7204087" y="1914881"/>
            <a:chExt cx="3033656" cy="303365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9" name="群組 18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9DB71BD-2FB9-2944-9439-DCB83E42C56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143966" y="3347536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5458584" y="4188670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6411517" y="4047011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54665">
              <a:off x="4799573" y="2776048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175398" y="2703939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853686">
              <a:off x="6814706" y="3831207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739811" y="2356244"/>
              <a:ext cx="1440000" cy="643693"/>
            </a:xfrm>
            <a:prstGeom prst="rect">
              <a:avLst/>
            </a:prstGeom>
          </p:spPr>
        </p:pic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439771">
              <a:off x="4763752" y="3887241"/>
              <a:ext cx="1440000" cy="643693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5272072" y="2184556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5400000">
              <a:off x="6480470" y="3164680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877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370744" y="196449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F64A3A3-7CB6-7E43-8301-B35FFB522A39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902957" y="3714086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039946">
              <a:off x="6667242" y="2525913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308470" y="4402277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299698">
              <a:off x="5139089" y="3376115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6113760" y="2648652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562456" y="4141734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145670">
              <a:off x="4804540" y="2665011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6818455" y="3250127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 flipV="1">
              <a:off x="5496136" y="2219911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>
              <a:off x="6176076" y="3947338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99348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327965" y="396088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1B04024E-9A60-C54E-84DC-158896A0DCF6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018935">
              <a:off x="4988888" y="2351357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809197">
              <a:off x="6701480" y="4116416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767222">
              <a:off x="5555957" y="4341933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779919">
              <a:off x="5685104" y="2727331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7999548">
              <a:off x="4825372" y="4022733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968817" y="3508368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476611" y="2133175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4914372" y="3375253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785288">
              <a:off x="6066247" y="3719132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7754713">
              <a:off x="6361551" y="2872740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11638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410036" y="453648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7457363D-F9A8-A54E-ACEB-59996D3DCD33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592661" y="2262500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799627">
              <a:off x="5163267" y="3135291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668146">
              <a:off x="4940017" y="2372729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5761107" y="2189673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685319" y="2704070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5801496" y="3927136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978263">
              <a:off x="6787910" y="3607317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815501">
              <a:off x="6295345" y="3147087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992302" y="4073390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0800000">
              <a:off x="6499084" y="4141350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9302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551183" y="367086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71904D01-3F21-F048-9201-E52E8322DE0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4977789" y="3330533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185145">
              <a:off x="4793393" y="2539410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933561">
              <a:off x="5365613" y="4081839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6968971" y="3212859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528277">
              <a:off x="5365614" y="2448494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891473" y="4261201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644024" y="4094980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417136">
              <a:off x="6465591" y="2654775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852501">
              <a:off x="6275710" y="2363769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8141911">
              <a:off x="6139546" y="3828093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99312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546507" y="326964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196ACDBF-0E08-DD46-9162-FCEF479A3A2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663416">
              <a:off x="6344108" y="3750469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6665954" y="3146705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602404">
              <a:off x="5344095" y="4149605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617900" y="4172145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594342">
              <a:off x="4543712" y="2656431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512054" y="2452300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4945939" y="3437160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561661" y="2442997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860249">
              <a:off x="4878257" y="4004176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6200000">
              <a:off x="6163743" y="2565119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79110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390989" y="225290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0E99A0FF-7392-8745-AA28-5C8B77915F57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840091">
              <a:off x="4709904" y="3717618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487872" y="4232123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469390">
              <a:off x="4975197" y="2180813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051301">
              <a:off x="6712075" y="2455336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983367" y="4149400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4920435" y="3070730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5567300" y="3606492"/>
              <a:ext cx="1454361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6511835" y="2946512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655454" flipV="1">
              <a:off x="5900637" y="2409134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>
              <a:off x="6855448" y="3716110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4053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345848" y="310582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E4DD9AF-F69B-524D-B5D5-9B70F757904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4882984" y="3357504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540017">
              <a:off x="5353426" y="4285519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195071" y="3809455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579635" y="2445335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844544">
              <a:off x="6674571" y="2270538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616740">
              <a:off x="6560046" y="3994599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665262" y="3963349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529380">
              <a:off x="4837345" y="2393534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637485" y="3120151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7950372">
              <a:off x="6292305" y="2660784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72312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577950" y="486456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D1EF00E-1B9D-B147-A44B-323B700021A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205753">
              <a:off x="6230241" y="2917888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011192">
              <a:off x="4877811" y="3099143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2900191">
              <a:off x="5465621" y="2505086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365893">
              <a:off x="4968117" y="4163486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249268">
              <a:off x="5330528" y="3983976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972044" y="2314596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457733" y="2298082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713587" y="3432863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192447" y="4060104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0800000">
              <a:off x="6793422" y="4266726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562112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568951" y="525291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478F84E7-2380-AB4A-807E-D40045CE97E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5177628" y="2875995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560056">
              <a:off x="4721620" y="2507045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134669" y="3745731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648943" y="4218193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826032" y="2435112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962718" y="4328398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261649">
              <a:off x="5693918" y="4114307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370195">
              <a:off x="6161726" y="3014923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643048">
              <a:off x="4767499" y="3431871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5400000">
              <a:off x="6759673" y="3258996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553731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/>
          <p:cNvGrpSpPr/>
          <p:nvPr/>
        </p:nvGrpSpPr>
        <p:grpSpPr>
          <a:xfrm>
            <a:off x="335742" y="484440"/>
            <a:ext cx="3033656" cy="3033656"/>
            <a:chOff x="7204087" y="1914881"/>
            <a:chExt cx="3033656" cy="303365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9" name="群組 18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C9E4536-2712-FF4A-AD72-1AA49D09F48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514815">
              <a:off x="4499387" y="2739713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749511" y="4171994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840734">
              <a:off x="6444098" y="4171995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6522332" y="3547746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5455677" y="4040883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5071357" y="2425929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562336" y="2229345"/>
              <a:ext cx="1440000" cy="643693"/>
            </a:xfrm>
            <a:prstGeom prst="rect">
              <a:avLst/>
            </a:prstGeom>
          </p:spPr>
        </p:pic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232998">
              <a:off x="4850896" y="3445241"/>
              <a:ext cx="1511298" cy="675564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497043">
              <a:off x="5843187" y="2602758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>
              <a:off x="6718249" y="3266610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312311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407841" y="239298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22EE4D2A-DD84-304F-A762-616839B2935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549907">
              <a:off x="4849129" y="3983472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858034" y="2357903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539161" y="2354334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268681" y="2874299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561384">
              <a:off x="5232992" y="3706376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838892">
              <a:off x="5743953" y="4041228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712066">
              <a:off x="5817067" y="2488127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335284">
              <a:off x="4898845" y="2979465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576989" flipV="1">
              <a:off x="6654745" y="3344399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8009766">
              <a:off x="6475502" y="4061297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032724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604838" y="427255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3830E1A-A9C4-D44D-8F15-C9185F3AE23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4633203" y="2752632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026088">
              <a:off x="5261584" y="4223160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513903">
              <a:off x="4717362" y="4000162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576283" y="2395259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5983594" y="2839009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035679" y="3392090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746752">
              <a:off x="6504057" y="2505301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821695">
              <a:off x="6860442" y="4255086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582465">
              <a:off x="6510715" y="3328058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8991210">
              <a:off x="6214195" y="4246375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508051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347235" y="482328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AB3F4602-AA20-BD4A-B4F1-EFE76720EBC5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887690">
              <a:off x="5752278" y="4285133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508558">
              <a:off x="4630038" y="2671052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508362" y="2355890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768353" y="3186194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5881796" y="2512767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980463">
              <a:off x="5304110" y="2299240"/>
              <a:ext cx="1336612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748448" y="3969919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4076526">
              <a:off x="6523134" y="3973509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046523">
              <a:off x="5199819" y="3413911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0800000">
              <a:off x="6173308" y="3344964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66714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643547" y="418182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24EE4ECB-F070-CF44-8FC9-43B4450D052F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224484">
              <a:off x="5409830" y="2633844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802860">
              <a:off x="6599486" y="4207215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175196">
              <a:off x="6135261" y="3653080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493716">
              <a:off x="4745015" y="4060727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5856025" y="2146183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782270" y="3297355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271889">
              <a:off x="5303285" y="3832044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576025" y="2533025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702202">
              <a:off x="4758993" y="2413151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6200000">
              <a:off x="6624443" y="3053294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079075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/>
          <p:cNvGrpSpPr/>
          <p:nvPr/>
        </p:nvGrpSpPr>
        <p:grpSpPr>
          <a:xfrm>
            <a:off x="249294" y="277789"/>
            <a:ext cx="3033656" cy="3033656"/>
            <a:chOff x="7204087" y="1914881"/>
            <a:chExt cx="3033656" cy="303365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9" name="群組 18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C3BCCEE8-B23C-8547-BF4E-A933D16D2FC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900148">
              <a:off x="4789529" y="3300145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766458" y="2420383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5965846" y="3678664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635508">
              <a:off x="6867462" y="3397548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596966">
              <a:off x="5390837" y="4060679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899319" y="4251994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849666">
              <a:off x="6170870" y="2771407"/>
              <a:ext cx="1440000" cy="643693"/>
            </a:xfrm>
            <a:prstGeom prst="rect">
              <a:avLst/>
            </a:prstGeom>
          </p:spPr>
        </p:pic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5474278" y="2599944"/>
              <a:ext cx="1440000" cy="643693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598646">
              <a:off x="5153315" y="2322345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3712846">
              <a:off x="6616050" y="4138058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856528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403933" y="330800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9" name="群組 18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529B911-1C77-C141-BBC2-64695381DA6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406055">
              <a:off x="5898446" y="4096840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862639" y="2545679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193905">
              <a:off x="6673961" y="2521525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4983777" y="3973379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354030" y="4230984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214253">
              <a:off x="5438195" y="2770866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098065">
              <a:off x="4812279" y="4417635"/>
              <a:ext cx="1454361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638678">
              <a:off x="4799570" y="3258068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721987" flipV="1">
              <a:off x="6696937" y="3510585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3234219">
              <a:off x="6331021" y="3034296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561822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195514" y="340507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2DECB4B-8CCE-3147-B9D6-FB46FB36AB2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709311">
              <a:off x="5065111" y="2180089"/>
              <a:ext cx="1440000" cy="643693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4916759" y="3058880"/>
              <a:ext cx="1440000" cy="643693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709856">
              <a:off x="6982567" y="3679977"/>
              <a:ext cx="1440000" cy="643693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6520243" y="3002732"/>
              <a:ext cx="1440000" cy="643693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089401">
              <a:off x="5901173" y="2553246"/>
              <a:ext cx="1440000" cy="643693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323838">
              <a:off x="5581316" y="3724400"/>
              <a:ext cx="1440000" cy="643693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5328745" y="4466225"/>
              <a:ext cx="1440000" cy="643693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860942" y="3857336"/>
              <a:ext cx="1440000" cy="643693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082895">
              <a:off x="6259780" y="4043533"/>
              <a:ext cx="1440000" cy="643693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3553844">
              <a:off x="6727452" y="2396987"/>
              <a:ext cx="1440000" cy="644211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3314425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281605" y="202361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FA8C6C7B-2A8C-5A4B-99AC-DC82E2F6B4F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5089588" y="2634291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775511" y="3165466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4415892">
              <a:off x="6692756" y="1969442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5261017" y="4014032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647087" y="3075805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243216">
              <a:off x="6186996" y="2607034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893471" y="2311605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6855715" y="4004887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525312">
              <a:off x="4836761" y="3732034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0800000">
              <a:off x="6312153" y="3555298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357646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396665" y="342054"/>
            <a:ext cx="3069881" cy="3033656"/>
            <a:chOff x="7204087" y="1902816"/>
            <a:chExt cx="3069881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40312" y="1902816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706A835E-64CD-FF44-AF7B-A4972B285E9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877405">
              <a:off x="6532123" y="3166802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713889" y="2345288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237388" y="4008366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239948">
              <a:off x="5175718" y="2548744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5359118" y="4152640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944214">
              <a:off x="4830405" y="3440003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215501">
              <a:off x="4927890" y="4204129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594127" y="2377763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549582">
              <a:off x="6564501" y="4270624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>
              <a:off x="6068562" y="2801282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518921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/>
          <p:cNvGrpSpPr/>
          <p:nvPr/>
        </p:nvGrpSpPr>
        <p:grpSpPr>
          <a:xfrm>
            <a:off x="510228" y="496265"/>
            <a:ext cx="3033656" cy="3033656"/>
            <a:chOff x="7204087" y="1914881"/>
            <a:chExt cx="3033656" cy="303365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9" name="群組 18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0FF4664F-2829-EA4E-9F04-421613F353B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470518">
              <a:off x="4945335" y="3203579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5853918" y="3621559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487804">
              <a:off x="4551912" y="2394226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431808">
              <a:off x="6393760" y="4107561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864845" y="3872612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023722" y="3008015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594857">
              <a:off x="5594389" y="4368220"/>
              <a:ext cx="1440000" cy="643693"/>
            </a:xfrm>
            <a:prstGeom prst="rect">
              <a:avLst/>
            </a:prstGeom>
          </p:spPr>
        </p:pic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5584475" y="2397982"/>
              <a:ext cx="1440000" cy="643693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220878">
              <a:off x="6572933" y="2449170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3585396">
              <a:off x="6723105" y="3258295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070230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277882" y="305234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AA7D12E0-0596-0B4A-A77B-C4A4F5214EE3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439752" y="4360556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6189858" y="2948750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533275" y="3316629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805678" y="2462555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4239835">
              <a:off x="5961076" y="3803458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757317" y="3882304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302967">
              <a:off x="5695549" y="2565076"/>
              <a:ext cx="1454361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657361">
              <a:off x="5205372" y="4425531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 flipV="1">
              <a:off x="4823601" y="3154445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>
              <a:off x="6545782" y="2403283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642835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466862" y="305916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1928C08-A77A-5845-B3D8-D4739CAEF0D0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214258">
              <a:off x="5455275" y="2437045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211520" y="3710967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4896428" y="2847573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875321">
              <a:off x="6641722" y="3451040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549754" y="2174273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706632">
              <a:off x="4712283" y="3992303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5178055" y="3992955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684243">
              <a:off x="6381636" y="2600170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817283">
              <a:off x="4607170" y="2118741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6200000">
              <a:off x="6737413" y="4132059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792946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417877" y="440119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7611E174-5187-5B46-8172-1711A06DA982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802395">
              <a:off x="4802925" y="3981104"/>
              <a:ext cx="1456089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4696595" y="2367859"/>
              <a:ext cx="1440000" cy="650885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926769">
              <a:off x="6120646" y="2541610"/>
              <a:ext cx="1440000" cy="650885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5238790" y="2216195"/>
              <a:ext cx="1456091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6677803" y="4145508"/>
              <a:ext cx="1456089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529174" y="2129754"/>
              <a:ext cx="1440000" cy="650885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853417" y="3262505"/>
              <a:ext cx="1440000" cy="650885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927601">
              <a:off x="5366340" y="3850956"/>
              <a:ext cx="1456089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083330">
              <a:off x="6222485" y="3752042"/>
              <a:ext cx="1456089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2785349">
              <a:off x="6698388" y="3138018"/>
              <a:ext cx="1456089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079217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327663" y="582791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6A646C28-C96D-9741-B7DD-664C7F5D4729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789511" y="2144897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4773788" y="4246759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247686">
              <a:off x="5378420" y="2384286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376688">
              <a:off x="6504020" y="2290044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345912">
              <a:off x="5035985" y="3327011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600316">
              <a:off x="6706405" y="4146054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845507">
              <a:off x="4866766" y="2889595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918740">
              <a:off x="6659579" y="3010478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5650211" y="4003167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7947897">
              <a:off x="6296804" y="3347163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831845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/>
          <p:cNvGrpSpPr/>
          <p:nvPr/>
        </p:nvGrpSpPr>
        <p:grpSpPr>
          <a:xfrm>
            <a:off x="349004" y="557285"/>
            <a:ext cx="3033656" cy="3033656"/>
            <a:chOff x="7204087" y="1914881"/>
            <a:chExt cx="3033656" cy="303365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9" name="群組 18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16F3F52C-5263-4249-A449-C8A96D2F38B5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032707">
              <a:off x="5950641" y="3746984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673015">
              <a:off x="5043663" y="3294746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558228">
              <a:off x="4603753" y="2499233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079674" y="2847464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763798" y="3655471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246530">
              <a:off x="6769673" y="2357767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773031" y="3763674"/>
              <a:ext cx="1440000" cy="643693"/>
            </a:xfrm>
            <a:prstGeom prst="rect">
              <a:avLst/>
            </a:prstGeom>
          </p:spPr>
        </p:pic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5403165" y="2399511"/>
              <a:ext cx="1440000" cy="643693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365597">
              <a:off x="5353585" y="4360871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3368036">
              <a:off x="6705394" y="4224870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421642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288515" y="316227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90A6A346-8DEA-9043-A60C-E0B56DDE6026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478466">
              <a:off x="6295344" y="4202044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826621">
              <a:off x="4816126" y="3044290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959907">
              <a:off x="6520534" y="3314473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235747">
              <a:off x="4764482" y="4135117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901456" y="3547720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507234" y="2230889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5497805" y="2252142"/>
              <a:ext cx="1454361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821776">
              <a:off x="4662052" y="2473589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 flipV="1">
              <a:off x="5654600" y="4223297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6200000">
              <a:off x="6276851" y="2703606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080995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402377" y="375657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979641C9-3BD6-9F4C-B426-0F804B9F7FC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124668">
              <a:off x="5337559" y="2463052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685422" y="3481451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735967" y="2488521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166888">
              <a:off x="6187965" y="2297021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731108">
              <a:off x="5021785" y="3183936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776640">
              <a:off x="4687793" y="3776545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5213187" y="4008674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909082">
              <a:off x="6428658" y="2887243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438372">
              <a:off x="5923281" y="3615300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0800000">
              <a:off x="6453845" y="4136203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415238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282842" y="447643"/>
            <a:ext cx="3074649" cy="3033656"/>
            <a:chOff x="7204087" y="1914881"/>
            <a:chExt cx="3074649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45080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B8E42A2-FFE4-6542-8AF0-27F315A6EAA5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5508491" y="4265249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215363" y="2393945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607118" y="2519264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787702">
              <a:off x="4751645" y="4007182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772196" y="3061858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961289">
              <a:off x="5957400" y="2747167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064364">
              <a:off x="6441574" y="3673636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784819">
              <a:off x="6720745" y="4264690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841942">
              <a:off x="5196151" y="3535598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9290049">
              <a:off x="6697548" y="3219668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906856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267489" y="350882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34446645-E249-9A47-B5AC-97116C0EB74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284359" y="2374012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507894">
              <a:off x="4840887" y="2477795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414440" y="3855663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688918" y="2790059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2834145">
              <a:off x="5298448" y="2496143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296099">
              <a:off x="4807907" y="3329178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789956" y="4162251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866951">
              <a:off x="6328181" y="3427977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318885">
              <a:off x="5813879" y="4414937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3937491">
              <a:off x="6591682" y="4051036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66497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/>
          <p:cNvGrpSpPr/>
          <p:nvPr/>
        </p:nvGrpSpPr>
        <p:grpSpPr>
          <a:xfrm>
            <a:off x="475784" y="653508"/>
            <a:ext cx="3033656" cy="3033656"/>
            <a:chOff x="7204087" y="1914881"/>
            <a:chExt cx="3033656" cy="303365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9" name="群組 18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9D719137-80F3-8448-A0D4-8246B15AFF04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507652" y="4052304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705566">
              <a:off x="4901719" y="3060864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093355">
              <a:off x="5293468" y="3999329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049050">
              <a:off x="6860967" y="2574054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5482420" y="2672786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736819" y="3317208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319179" y="2238108"/>
              <a:ext cx="1440000" cy="643693"/>
            </a:xfrm>
            <a:prstGeom prst="rect">
              <a:avLst/>
            </a:prstGeom>
          </p:spPr>
        </p:pic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501634">
              <a:off x="4882656" y="2372959"/>
              <a:ext cx="1440000" cy="643693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805128" y="4013167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0800000">
              <a:off x="6268723" y="3753402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503516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426570" y="364407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ACF9571-B8A0-C74F-8DF6-8F9F51258FE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830681">
              <a:off x="4824859" y="4289290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905661">
              <a:off x="6371086" y="2539971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807870">
              <a:off x="5942007" y="4200020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959907">
              <a:off x="6552373" y="3454741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568223" y="4254372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662155" y="3097080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5279355" y="2586183"/>
              <a:ext cx="1454361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169432">
              <a:off x="4882138" y="2341422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307060" flipV="1">
              <a:off x="5224650" y="3602118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8522106">
              <a:off x="6425674" y="3072609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421405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661409" y="350604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6C500F9F-5C15-F440-8E9F-C7245D401E09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956707" y="3404180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619469">
              <a:off x="6256649" y="3869061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838449">
              <a:off x="5484846" y="2383340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257649">
              <a:off x="5177102" y="3775805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475560" y="2240607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794648" y="4238901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571005">
              <a:off x="4722698" y="2615667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349112">
              <a:off x="6533947" y="4050584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790379" y="2901566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>
              <a:off x="6263070" y="2968904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58010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327981" y="464962"/>
            <a:ext cx="3074649" cy="3033656"/>
            <a:chOff x="7204087" y="1914881"/>
            <a:chExt cx="3074649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45080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AA7F502-BF3E-AD46-BF0E-4423E62684F3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726251" y="3593933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265682">
              <a:off x="5191391" y="4338970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253633">
              <a:off x="6729170" y="3038020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973070">
              <a:off x="5023244" y="3172944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287267" y="2431112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6062860" y="4177739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636111" y="2373438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4740327" y="2468247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955629">
              <a:off x="6712357" y="4164498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2983022">
              <a:off x="6425701" y="3496673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339342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423644" y="420599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1452302C-251E-5C40-B8E4-EC6AB01A3B37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224484">
              <a:off x="5948574" y="2318222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5536264" y="3762986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1429833">
              <a:off x="6794683" y="4204314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333132">
              <a:off x="4860223" y="4281865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4640859" y="2532431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5222033" y="2786851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486326">
              <a:off x="4717931" y="3574648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937311">
              <a:off x="6633684" y="2489596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519166">
              <a:off x="6084877" y="4336219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0800000">
              <a:off x="6374790" y="3411742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659177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/>
          <p:cNvGrpSpPr/>
          <p:nvPr/>
        </p:nvGrpSpPr>
        <p:grpSpPr>
          <a:xfrm>
            <a:off x="534411" y="480828"/>
            <a:ext cx="3033656" cy="3033656"/>
            <a:chOff x="7204087" y="1914881"/>
            <a:chExt cx="3033656" cy="303365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9" name="群組 18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3102892-3399-4E42-98CA-769C9A37BCAF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6362250" y="2845001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4934788" y="4125195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093355">
              <a:off x="5612010" y="2294026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575088">
              <a:off x="6915810" y="2501064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255866">
              <a:off x="5019352" y="3250834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947795" y="3668385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29293">
              <a:off x="4890923" y="2628398"/>
              <a:ext cx="1440000" cy="643693"/>
            </a:xfrm>
            <a:prstGeom prst="rect">
              <a:avLst/>
            </a:prstGeom>
          </p:spPr>
        </p:pic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5972450" y="3847253"/>
              <a:ext cx="1440000" cy="643693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119553">
              <a:off x="4694221" y="3538952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6200000">
              <a:off x="6530863" y="4304454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680714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642319" y="267674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7A76B3C0-64AA-5E43-A9D7-44E6223B28E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573218">
              <a:off x="6569850" y="3023160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544807" y="2317731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841762">
              <a:off x="6551858" y="4155602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298664">
              <a:off x="5375184" y="3928033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823894" y="4150796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732761" y="3377735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333175">
              <a:off x="5107037" y="2854240"/>
              <a:ext cx="1454361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977185" y="2313498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399871" flipV="1">
              <a:off x="6058984" y="2490461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8541830">
              <a:off x="6475466" y="3661863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603080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群組 20"/>
          <p:cNvGrpSpPr/>
          <p:nvPr/>
        </p:nvGrpSpPr>
        <p:grpSpPr>
          <a:xfrm>
            <a:off x="303219" y="538484"/>
            <a:ext cx="3033656" cy="3033656"/>
            <a:chOff x="7204087" y="1914881"/>
            <a:chExt cx="3033656" cy="3033656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2" name="文字方塊 31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3" name="群組 32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70CA6EA5-3027-4B47-A9C6-C835E01FE124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2" name="圖片 2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869176">
              <a:off x="4663959" y="2527492"/>
              <a:ext cx="1440000" cy="643693"/>
            </a:xfrm>
            <a:prstGeom prst="rect">
              <a:avLst/>
            </a:prstGeom>
          </p:spPr>
        </p:pic>
        <p:pic>
          <p:nvPicPr>
            <p:cNvPr id="23" name="圖片 2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556959" y="2375691"/>
              <a:ext cx="1440000" cy="643693"/>
            </a:xfrm>
            <a:prstGeom prst="rect">
              <a:avLst/>
            </a:prstGeom>
          </p:spPr>
        </p:pic>
        <p:pic>
          <p:nvPicPr>
            <p:cNvPr id="24" name="圖片 2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415751" y="3541929"/>
              <a:ext cx="1440000" cy="643693"/>
            </a:xfrm>
            <a:prstGeom prst="rect">
              <a:avLst/>
            </a:prstGeom>
          </p:spPr>
        </p:pic>
        <p:pic>
          <p:nvPicPr>
            <p:cNvPr id="25" name="圖片 2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260941">
              <a:off x="5049344" y="3311266"/>
              <a:ext cx="1440000" cy="643693"/>
            </a:xfrm>
            <a:prstGeom prst="rect">
              <a:avLst/>
            </a:prstGeom>
          </p:spPr>
        </p:pic>
        <p:pic>
          <p:nvPicPr>
            <p:cNvPr id="26" name="圖片 25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201725">
              <a:off x="6574308" y="4237776"/>
              <a:ext cx="1440000" cy="643693"/>
            </a:xfrm>
            <a:prstGeom prst="rect">
              <a:avLst/>
            </a:prstGeom>
          </p:spPr>
        </p:pic>
        <p:pic>
          <p:nvPicPr>
            <p:cNvPr id="27" name="圖片 2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6102351" y="3988814"/>
              <a:ext cx="1440000" cy="643693"/>
            </a:xfrm>
            <a:prstGeom prst="rect">
              <a:avLst/>
            </a:prstGeom>
          </p:spPr>
        </p:pic>
        <p:pic>
          <p:nvPicPr>
            <p:cNvPr id="28" name="圖片 2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773276" y="3966803"/>
              <a:ext cx="1440000" cy="643693"/>
            </a:xfrm>
            <a:prstGeom prst="rect">
              <a:avLst/>
            </a:prstGeom>
          </p:spPr>
        </p:pic>
        <p:pic>
          <p:nvPicPr>
            <p:cNvPr id="29" name="圖片 2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348056">
              <a:off x="5051940" y="4237776"/>
              <a:ext cx="1440000" cy="643693"/>
            </a:xfrm>
            <a:prstGeom prst="rect">
              <a:avLst/>
            </a:prstGeom>
          </p:spPr>
        </p:pic>
        <p:pic>
          <p:nvPicPr>
            <p:cNvPr id="30" name="圖片 2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4068407">
              <a:off x="6779617" y="2732196"/>
              <a:ext cx="1440000" cy="643693"/>
            </a:xfrm>
            <a:prstGeom prst="rect">
              <a:avLst/>
            </a:prstGeom>
          </p:spPr>
        </p:pic>
        <p:pic>
          <p:nvPicPr>
            <p:cNvPr id="20" name="圖片 1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3175066">
              <a:off x="6458605" y="2339596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492363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433071" y="587447"/>
            <a:ext cx="3074649" cy="3033656"/>
            <a:chOff x="7204087" y="1914881"/>
            <a:chExt cx="3074649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45080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B18F966-4353-F544-8D40-864E8A45EE60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879013" y="2581048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304734">
              <a:off x="5418669" y="4415251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860681" y="3996013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485170">
              <a:off x="6580237" y="3438051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6217437" y="2975093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4584848" y="2942901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586900" y="4188682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054425">
              <a:off x="5260719" y="3310155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298089" y="2373842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0800000">
              <a:off x="6159013" y="2187731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393401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410551" y="515530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3EC28B43-7324-DA40-A7E7-C184C5453C0F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924993">
              <a:off x="5503123" y="2357804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5081633" y="4078807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382548" y="4273760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748356">
              <a:off x="5968432" y="4002406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571362" y="2484538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590678" y="2348305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469334">
              <a:off x="4620365" y="3650763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329292">
              <a:off x="6560120" y="3617843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4960802" y="2970761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9374002">
              <a:off x="6420481" y="2830385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46350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/>
          <p:cNvGrpSpPr/>
          <p:nvPr/>
        </p:nvGrpSpPr>
        <p:grpSpPr>
          <a:xfrm>
            <a:off x="318864" y="532725"/>
            <a:ext cx="3033656" cy="3033656"/>
            <a:chOff x="7204087" y="1914881"/>
            <a:chExt cx="3033656" cy="303365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9" name="群組 18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1305241B-7345-4E40-86D4-CCFEBE562351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6231518" y="2641532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5010099" y="4048275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075379">
              <a:off x="5519467" y="2231728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575088">
              <a:off x="5354184" y="2787144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814231" y="3353945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650577">
              <a:off x="4702361" y="3554867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722653" y="2331393"/>
              <a:ext cx="1440000" cy="643693"/>
            </a:xfrm>
            <a:prstGeom prst="rect">
              <a:avLst/>
            </a:prstGeom>
          </p:spPr>
        </p:pic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047310">
              <a:off x="6175929" y="3831818"/>
              <a:ext cx="1440000" cy="643693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7625899">
              <a:off x="6850986" y="2345700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0800000">
              <a:off x="6614653" y="4073686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012732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群組 20"/>
          <p:cNvGrpSpPr/>
          <p:nvPr/>
        </p:nvGrpSpPr>
        <p:grpSpPr>
          <a:xfrm>
            <a:off x="437126" y="375789"/>
            <a:ext cx="3033656" cy="3033656"/>
            <a:chOff x="7204087" y="1914881"/>
            <a:chExt cx="3033656" cy="3033656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2" name="文字方塊 31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3" name="群組 32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43B1143B-E435-B048-97C5-C53DB464ADF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2" name="圖片 2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256525">
              <a:off x="6520559" y="3192526"/>
              <a:ext cx="1440000" cy="643693"/>
            </a:xfrm>
            <a:prstGeom prst="rect">
              <a:avLst/>
            </a:prstGeom>
          </p:spPr>
        </p:pic>
        <p:pic>
          <p:nvPicPr>
            <p:cNvPr id="23" name="圖片 2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4536008" y="3192457"/>
              <a:ext cx="1440000" cy="643693"/>
            </a:xfrm>
            <a:prstGeom prst="rect">
              <a:avLst/>
            </a:prstGeom>
          </p:spPr>
        </p:pic>
        <p:pic>
          <p:nvPicPr>
            <p:cNvPr id="24" name="圖片 2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743395">
              <a:off x="6744760" y="4194730"/>
              <a:ext cx="1440000" cy="643693"/>
            </a:xfrm>
            <a:prstGeom prst="rect">
              <a:avLst/>
            </a:prstGeom>
          </p:spPr>
        </p:pic>
        <p:pic>
          <p:nvPicPr>
            <p:cNvPr id="25" name="圖片 2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206401">
              <a:off x="5949680" y="2570813"/>
              <a:ext cx="1440000" cy="643693"/>
            </a:xfrm>
            <a:prstGeom prst="rect">
              <a:avLst/>
            </a:prstGeom>
          </p:spPr>
        </p:pic>
        <p:pic>
          <p:nvPicPr>
            <p:cNvPr id="26" name="圖片 25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278051">
              <a:off x="4976930" y="2379049"/>
              <a:ext cx="1440000" cy="643693"/>
            </a:xfrm>
            <a:prstGeom prst="rect">
              <a:avLst/>
            </a:prstGeom>
          </p:spPr>
        </p:pic>
        <p:pic>
          <p:nvPicPr>
            <p:cNvPr id="27" name="圖片 2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699656">
              <a:off x="4824644" y="4004660"/>
              <a:ext cx="1440000" cy="643693"/>
            </a:xfrm>
            <a:prstGeom prst="rect">
              <a:avLst/>
            </a:prstGeom>
          </p:spPr>
        </p:pic>
        <p:pic>
          <p:nvPicPr>
            <p:cNvPr id="28" name="圖片 2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535626" y="2156161"/>
              <a:ext cx="1440000" cy="643693"/>
            </a:xfrm>
            <a:prstGeom prst="rect">
              <a:avLst/>
            </a:prstGeom>
          </p:spPr>
        </p:pic>
        <p:pic>
          <p:nvPicPr>
            <p:cNvPr id="29" name="圖片 2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269323">
              <a:off x="5288152" y="2403926"/>
              <a:ext cx="1454361" cy="643693"/>
            </a:xfrm>
            <a:prstGeom prst="rect">
              <a:avLst/>
            </a:prstGeom>
          </p:spPr>
        </p:pic>
        <p:pic>
          <p:nvPicPr>
            <p:cNvPr id="30" name="圖片 2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5936993" y="3822362"/>
              <a:ext cx="1440000" cy="643693"/>
            </a:xfrm>
            <a:prstGeom prst="rect">
              <a:avLst/>
            </a:prstGeom>
          </p:spPr>
        </p:pic>
        <p:pic>
          <p:nvPicPr>
            <p:cNvPr id="20" name="圖片 1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>
              <a:off x="5170481" y="3409445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008632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群組 20"/>
          <p:cNvGrpSpPr/>
          <p:nvPr/>
        </p:nvGrpSpPr>
        <p:grpSpPr>
          <a:xfrm>
            <a:off x="371447" y="473064"/>
            <a:ext cx="3033656" cy="3033656"/>
            <a:chOff x="7204087" y="1914881"/>
            <a:chExt cx="3033656" cy="3033656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2" name="文字方塊 31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3" name="群組 32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A447552C-7DAF-A84F-A8D2-58307146B46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2" name="圖片 2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695741" y="2543114"/>
              <a:ext cx="1440000" cy="643693"/>
            </a:xfrm>
            <a:prstGeom prst="rect">
              <a:avLst/>
            </a:prstGeom>
          </p:spPr>
        </p:pic>
        <p:pic>
          <p:nvPicPr>
            <p:cNvPr id="23" name="圖片 2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914807">
              <a:off x="5225876" y="2817014"/>
              <a:ext cx="1440000" cy="643693"/>
            </a:xfrm>
            <a:prstGeom prst="rect">
              <a:avLst/>
            </a:prstGeom>
          </p:spPr>
        </p:pic>
        <p:pic>
          <p:nvPicPr>
            <p:cNvPr id="24" name="圖片 2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447326" y="3442574"/>
              <a:ext cx="1440000" cy="643693"/>
            </a:xfrm>
            <a:prstGeom prst="rect">
              <a:avLst/>
            </a:prstGeom>
          </p:spPr>
        </p:pic>
        <p:pic>
          <p:nvPicPr>
            <p:cNvPr id="25" name="圖片 2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576543">
              <a:off x="5926273" y="2244077"/>
              <a:ext cx="1440000" cy="643693"/>
            </a:xfrm>
            <a:prstGeom prst="rect">
              <a:avLst/>
            </a:prstGeom>
          </p:spPr>
        </p:pic>
        <p:pic>
          <p:nvPicPr>
            <p:cNvPr id="26" name="圖片 25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692866" y="2666683"/>
              <a:ext cx="1440000" cy="643693"/>
            </a:xfrm>
            <a:prstGeom prst="rect">
              <a:avLst/>
            </a:prstGeom>
          </p:spPr>
        </p:pic>
        <p:pic>
          <p:nvPicPr>
            <p:cNvPr id="27" name="圖片 2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121239">
              <a:off x="6764551" y="4223682"/>
              <a:ext cx="1440000" cy="643693"/>
            </a:xfrm>
            <a:prstGeom prst="rect">
              <a:avLst/>
            </a:prstGeom>
          </p:spPr>
        </p:pic>
        <p:pic>
          <p:nvPicPr>
            <p:cNvPr id="28" name="圖片 2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5756912" y="3785860"/>
              <a:ext cx="1440000" cy="643693"/>
            </a:xfrm>
            <a:prstGeom prst="rect">
              <a:avLst/>
            </a:prstGeom>
          </p:spPr>
        </p:pic>
        <p:pic>
          <p:nvPicPr>
            <p:cNvPr id="29" name="圖片 2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4579943" y="3592717"/>
              <a:ext cx="1440000" cy="643693"/>
            </a:xfrm>
            <a:prstGeom prst="rect">
              <a:avLst/>
            </a:prstGeom>
          </p:spPr>
        </p:pic>
        <p:pic>
          <p:nvPicPr>
            <p:cNvPr id="30" name="圖片 2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558236">
              <a:off x="6797856" y="3714897"/>
              <a:ext cx="1440000" cy="643693"/>
            </a:xfrm>
            <a:prstGeom prst="rect">
              <a:avLst/>
            </a:prstGeom>
          </p:spPr>
        </p:pic>
        <p:pic>
          <p:nvPicPr>
            <p:cNvPr id="20" name="圖片 1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5400000">
              <a:off x="4927747" y="4224630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819072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319356" y="649104"/>
            <a:ext cx="3074649" cy="3033656"/>
            <a:chOff x="7204087" y="1914881"/>
            <a:chExt cx="3074649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45080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F197A46-718A-D44C-B86C-F4BC275B8F3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5775900" y="2334046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028809" y="4079562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917177">
              <a:off x="5255395" y="3816653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5069729" y="2999675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226184">
              <a:off x="6304072" y="3053075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496590" y="3790933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846343" y="2615090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816805" y="3423479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481308">
              <a:off x="4794517" y="2180131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0800000">
              <a:off x="4872223" y="4035389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692039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470657" y="807053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FF6178CE-F12E-3D44-9655-459FA972C834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5598739" y="2425818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508804">
              <a:off x="5677631" y="3945723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921613">
              <a:off x="4919650" y="4047578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987676" y="2265986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671977">
              <a:off x="6570356" y="2433293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453464" y="3609390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6372586" y="2750426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279674">
              <a:off x="4803188" y="3118869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2286154">
              <a:off x="6440789" y="4324450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3880958">
              <a:off x="4932911" y="3581173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040784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/>
          <p:cNvGrpSpPr/>
          <p:nvPr/>
        </p:nvGrpSpPr>
        <p:grpSpPr>
          <a:xfrm>
            <a:off x="161715" y="331225"/>
            <a:ext cx="3033656" cy="3033656"/>
            <a:chOff x="7204087" y="1914881"/>
            <a:chExt cx="3033656" cy="303365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9" name="群組 18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BDB34E4-C938-AA44-AFA0-7F081E24121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6450014" y="3180149"/>
              <a:ext cx="1516296" cy="677798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764725">
              <a:off x="4904847" y="4180847"/>
              <a:ext cx="1516296" cy="677798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5865949" y="2489489"/>
              <a:ext cx="1516296" cy="677798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731040" y="3057545"/>
              <a:ext cx="1516296" cy="677798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423949">
              <a:off x="6620398" y="4143321"/>
              <a:ext cx="1516296" cy="677798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6999479">
              <a:off x="5241843" y="3566502"/>
              <a:ext cx="1516296" cy="677798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807899" y="2687083"/>
              <a:ext cx="1516296" cy="677798"/>
            </a:xfrm>
            <a:prstGeom prst="rect">
              <a:avLst/>
            </a:prstGeom>
          </p:spPr>
        </p:pic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4556570" y="2291772"/>
              <a:ext cx="1516296" cy="677798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5821755" y="4239717"/>
              <a:ext cx="1516296" cy="677798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5400000">
              <a:off x="5224672" y="2743633"/>
              <a:ext cx="1516295" cy="6783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5387130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215028" y="364494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608E690-1C8B-314A-8BC8-1783A2BA615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714768" y="2590254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514682">
              <a:off x="5351543" y="4057648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646384">
              <a:off x="5159703" y="2725809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206401">
              <a:off x="5976872" y="2804041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5534889" y="1995171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737572" y="4164585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749494" y="2388620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308043" y="4271773"/>
              <a:ext cx="1454361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 flipV="1">
              <a:off x="6429310" y="3651986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3459932">
              <a:off x="4825044" y="3451791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7376818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358464" y="442247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C9A8B3C2-B5FC-E44A-89F9-5DD9C65FA696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914807">
              <a:off x="6681937" y="4307805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593321">
              <a:off x="6657182" y="3632336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6245304" y="2049558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485376">
              <a:off x="6563018" y="2926680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121239">
              <a:off x="5038288" y="4195414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976912" y="4089871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246669">
              <a:off x="5640064" y="2612091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656644" y="3138178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979584">
              <a:off x="5047264" y="3460616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8986215">
              <a:off x="4985598" y="2408776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11956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197411" y="227173"/>
            <a:ext cx="3074649" cy="3033656"/>
            <a:chOff x="7204087" y="1914881"/>
            <a:chExt cx="3074649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45080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F931ED8E-972F-1D4F-8FE6-15BE4A754ACF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190859" y="2249314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1400347">
              <a:off x="6216422" y="3696955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6857548">
              <a:off x="5323129" y="4182498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772710" y="2526886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284263" y="4289141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550213" y="3103670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485539">
              <a:off x="4899183" y="3495915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818459" y="3884187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165988">
              <a:off x="5205751" y="2672652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>
              <a:off x="4825343" y="4184028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7816877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231033" y="167809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C78CF971-E91C-3747-A9AB-C59855F1011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468022">
              <a:off x="5403062" y="2033430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508804">
              <a:off x="6252233" y="3735616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5117833" y="3023173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644773" y="4079712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230485">
              <a:off x="6749665" y="2425711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031407">
              <a:off x="4892707" y="4079712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6476203" y="2956680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826385">
              <a:off x="4796000" y="3572931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533774">
              <a:off x="5512618" y="3847252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8112922">
              <a:off x="4751870" y="2439559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0411095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/>
          <p:cNvGrpSpPr/>
          <p:nvPr/>
        </p:nvGrpSpPr>
        <p:grpSpPr>
          <a:xfrm>
            <a:off x="341776" y="244281"/>
            <a:ext cx="3033656" cy="3033656"/>
            <a:chOff x="7204087" y="1914881"/>
            <a:chExt cx="3033656" cy="303365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9" name="群組 18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9A9742C-B986-DA49-83D9-E45C7BEBBEA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559273" y="3108646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081935">
              <a:off x="4795148" y="2580640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5143533" y="4460029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192789">
              <a:off x="5168903" y="3098917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406459">
              <a:off x="6840679" y="3745735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008791">
              <a:off x="6297250" y="2361812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660911" y="4022276"/>
              <a:ext cx="1440000" cy="643693"/>
            </a:xfrm>
            <a:prstGeom prst="rect">
              <a:avLst/>
            </a:prstGeom>
          </p:spPr>
        </p:pic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338541" y="4239918"/>
              <a:ext cx="1440000" cy="643693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457598">
              <a:off x="5818883" y="3790832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8022909">
              <a:off x="5199737" y="2337875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8244020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159963" y="215078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10D04E5E-8146-D54D-A539-6D8AF22C8484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146674" y="3657751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2760922">
              <a:off x="6482039" y="4100541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0106906">
              <a:off x="5510111" y="2766676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390859" y="2845429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5276109" y="3787398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637524">
              <a:off x="6643953" y="3467556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515462" y="2300360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866187" y="2434030"/>
              <a:ext cx="1454361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455793">
              <a:off x="4781294" y="3297343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5400000">
              <a:off x="4861576" y="4140033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9851634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272814" y="228578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AF2C549D-DA70-FD40-8F5D-F4B0FB3D410F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996571" y="2238523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4718565" y="4041499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215158">
              <a:off x="6548993" y="2263536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6459916" y="2892809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397139" y="3663002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511038">
              <a:off x="5495849" y="4240585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590278">
              <a:off x="6766754" y="4163890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030364">
              <a:off x="5526077" y="2670830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5093279" y="3364658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6200000">
              <a:off x="4812461" y="2987544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364625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219805" y="298243"/>
            <a:ext cx="3074649" cy="3033656"/>
            <a:chOff x="7204087" y="1914881"/>
            <a:chExt cx="3074649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45080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34BADD7-D1A2-3748-9047-1D6EBEC4FC53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547979" y="3618325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5890858" y="2303196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5309549" y="3639028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932952" y="4324710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918567">
              <a:off x="4808936" y="3313531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372952" y="3138429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851641">
              <a:off x="5302929" y="2847832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872418">
              <a:off x="6674992" y="2739293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036169" y="4342056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8064014">
              <a:off x="4737415" y="2383281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8012855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406851" y="453698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29CFC330-7C63-F947-8AA6-7B9937F8307F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2403533">
              <a:off x="5683317" y="2270454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151206" y="3755565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314280" y="2992056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840013">
              <a:off x="6652444" y="4032588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230485">
              <a:off x="6811909" y="2316581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4088928">
              <a:off x="4895491" y="3524284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4773808" y="2692161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0144974">
              <a:off x="4756559" y="4064540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488154">
              <a:off x="4907071" y="2252671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2875226">
              <a:off x="5371881" y="3967522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7343086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104134" y="295792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BD8F4598-987E-EA4D-8215-BCE8A33E9471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533662">
              <a:off x="6332398" y="4166185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5157997" y="2960420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5760101" y="3930864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192789">
              <a:off x="6380780" y="2935967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6817221" y="3629196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041891">
              <a:off x="5716810" y="2589966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027210">
              <a:off x="4887939" y="2339137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6486018" y="2210774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393111">
              <a:off x="4990676" y="4203932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8500135">
              <a:off x="4643022" y="3644357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0400366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294512" y="222954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5355310-5AB2-6241-90F6-015AFDECADA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232679">
              <a:off x="6581350" y="3317734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417695">
              <a:off x="5157213" y="3171689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288171">
              <a:off x="5222853" y="2246735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322703" y="2980473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944127">
              <a:off x="5597039" y="4037733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5751068" y="2084911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835090" y="4005133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701226">
              <a:off x="6618585" y="2160912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 flipV="1">
              <a:off x="6361066" y="4073483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3024264">
              <a:off x="4696224" y="2890222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0072637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群組 20"/>
          <p:cNvGrpSpPr/>
          <p:nvPr/>
        </p:nvGrpSpPr>
        <p:grpSpPr>
          <a:xfrm>
            <a:off x="308901" y="282657"/>
            <a:ext cx="3033656" cy="3033656"/>
            <a:chOff x="7204087" y="1914881"/>
            <a:chExt cx="3033656" cy="3033656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2" name="文字方塊 31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3" name="群組 32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1A48178-77C5-6B4D-96CF-B5BE8E3B8F5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2" name="圖片 2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499812">
              <a:off x="4791128" y="4047928"/>
              <a:ext cx="1440000" cy="643693"/>
            </a:xfrm>
            <a:prstGeom prst="rect">
              <a:avLst/>
            </a:prstGeom>
          </p:spPr>
        </p:pic>
        <p:pic>
          <p:nvPicPr>
            <p:cNvPr id="23" name="圖片 2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103662">
              <a:off x="4974582" y="2486751"/>
              <a:ext cx="1440000" cy="643693"/>
            </a:xfrm>
            <a:prstGeom prst="rect">
              <a:avLst/>
            </a:prstGeom>
          </p:spPr>
        </p:pic>
        <p:pic>
          <p:nvPicPr>
            <p:cNvPr id="24" name="圖片 2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078268">
              <a:off x="6340943" y="2189385"/>
              <a:ext cx="1440000" cy="643693"/>
            </a:xfrm>
            <a:prstGeom prst="rect">
              <a:avLst/>
            </a:prstGeom>
          </p:spPr>
        </p:pic>
        <p:pic>
          <p:nvPicPr>
            <p:cNvPr id="25" name="圖片 2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5840443" y="2551941"/>
              <a:ext cx="1440000" cy="643693"/>
            </a:xfrm>
            <a:prstGeom prst="rect">
              <a:avLst/>
            </a:prstGeom>
          </p:spPr>
        </p:pic>
        <p:pic>
          <p:nvPicPr>
            <p:cNvPr id="26" name="圖片 25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759393" y="2960250"/>
              <a:ext cx="1440000" cy="643693"/>
            </a:xfrm>
            <a:prstGeom prst="rect">
              <a:avLst/>
            </a:prstGeom>
          </p:spPr>
        </p:pic>
        <p:pic>
          <p:nvPicPr>
            <p:cNvPr id="27" name="圖片 2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26863">
              <a:off x="6448571" y="3717978"/>
              <a:ext cx="1440000" cy="643693"/>
            </a:xfrm>
            <a:prstGeom prst="rect">
              <a:avLst/>
            </a:prstGeom>
          </p:spPr>
        </p:pic>
        <p:pic>
          <p:nvPicPr>
            <p:cNvPr id="28" name="圖片 2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578173" y="4129068"/>
              <a:ext cx="1440000" cy="643693"/>
            </a:xfrm>
            <a:prstGeom prst="rect">
              <a:avLst/>
            </a:prstGeom>
          </p:spPr>
        </p:pic>
        <p:pic>
          <p:nvPicPr>
            <p:cNvPr id="29" name="圖片 2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745747" y="3099973"/>
              <a:ext cx="1440000" cy="643693"/>
            </a:xfrm>
            <a:prstGeom prst="rect">
              <a:avLst/>
            </a:prstGeom>
          </p:spPr>
        </p:pic>
        <p:pic>
          <p:nvPicPr>
            <p:cNvPr id="30" name="圖片 2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620943" y="3998948"/>
              <a:ext cx="1440000" cy="643693"/>
            </a:xfrm>
            <a:prstGeom prst="rect">
              <a:avLst/>
            </a:prstGeom>
          </p:spPr>
        </p:pic>
        <p:pic>
          <p:nvPicPr>
            <p:cNvPr id="20" name="圖片 1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>
              <a:off x="5036576" y="3447415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685004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239383" y="490033"/>
            <a:ext cx="3074649" cy="3033656"/>
            <a:chOff x="7204087" y="1914881"/>
            <a:chExt cx="3074649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45080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FE15FCB6-DBC3-CF46-9DC9-130D8508C411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753422">
              <a:off x="6180130" y="3440326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900562" y="4107692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855366">
              <a:off x="5636376" y="4284952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5287078" y="2137966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455258">
              <a:off x="6080222" y="2546077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084616">
              <a:off x="4625266" y="2287952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840862" y="2330613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675695" y="3200577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610458" y="4153987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8076210">
              <a:off x="4978832" y="2733248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8953757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270022" y="453561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93336BD-A5CF-AB45-8E3A-A0DB4DAED1D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522346">
              <a:off x="6294125" y="2798601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571123">
              <a:off x="6407706" y="4138328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343062">
              <a:off x="5432736" y="2576448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4973618" y="3637701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492420" y="2130106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970182">
              <a:off x="4755589" y="2753911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515126" y="2206298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900337">
              <a:off x="6942032" y="3672906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119209" y="3748211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5400000">
              <a:off x="4814241" y="4160432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3173979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/>
          <p:cNvGrpSpPr/>
          <p:nvPr/>
        </p:nvGrpSpPr>
        <p:grpSpPr>
          <a:xfrm>
            <a:off x="434316" y="374724"/>
            <a:ext cx="3033656" cy="3033656"/>
            <a:chOff x="7204087" y="1914881"/>
            <a:chExt cx="3033656" cy="303365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9" name="群組 18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0EC1C99A-3D11-234D-961A-BF2007DB3845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757258">
              <a:off x="5844389" y="4119338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336827">
              <a:off x="5045135" y="3110991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500091" y="2376789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230448" y="2965251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681011">
              <a:off x="6713522" y="3522415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394108">
              <a:off x="5449107" y="2309347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670702" y="3355991"/>
              <a:ext cx="1440000" cy="643693"/>
            </a:xfrm>
            <a:prstGeom prst="rect">
              <a:avLst/>
            </a:prstGeom>
          </p:spPr>
        </p:pic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4878488" y="4060941"/>
              <a:ext cx="1440000" cy="643693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457598">
              <a:off x="6564389" y="4166298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8344118">
              <a:off x="4718969" y="2388898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9203228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387594" y="566344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F363B531-60E2-7F4A-9CB1-CD878CCDDA7C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307031">
              <a:off x="4949002" y="3565226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669575">
              <a:off x="6675174" y="2426424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973445" y="2476037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279471" y="3096482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5795465" y="3953804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681600">
              <a:off x="6699386" y="3657862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221522">
              <a:off x="6477863" y="4435149"/>
              <a:ext cx="1454361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5828211" y="2301584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 flipV="1">
              <a:off x="4384903" y="3234485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8934131">
              <a:off x="4806240" y="4234117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6736293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191516" y="216111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5C8F2DF-C69D-F944-A948-C6795CCD3D10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581382" y="4175488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391869">
              <a:off x="5917454" y="3900651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887525">
              <a:off x="6769056" y="2463327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6549523" y="3304148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865975" y="3909614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5277201" y="2437602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125772">
              <a:off x="4810725" y="2969624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5199667" y="4279877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218657" y="2760035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>
              <a:off x="4795225" y="2366553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3301066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群組 6"/>
          <p:cNvGrpSpPr/>
          <p:nvPr/>
        </p:nvGrpSpPr>
        <p:grpSpPr>
          <a:xfrm>
            <a:off x="163314" y="147779"/>
            <a:ext cx="3074649" cy="3033656"/>
            <a:chOff x="7204087" y="1914881"/>
            <a:chExt cx="3074649" cy="303365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45080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9" name="群組 18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0E3C9DC-8E3E-8843-9013-22F3815788B4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6739658" y="3678979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780852" y="3931222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4934512" y="3294931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973070">
              <a:off x="5345421" y="2205722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1437674">
              <a:off x="6387213" y="2810916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5883438" y="4132677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739992" y="2362136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331028">
              <a:off x="6915030" y="3183207"/>
              <a:ext cx="1440000" cy="643693"/>
            </a:xfrm>
            <a:prstGeom prst="rect">
              <a:avLst/>
            </a:prstGeom>
          </p:spPr>
        </p:pic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149611">
              <a:off x="4788965" y="2404024"/>
              <a:ext cx="1440000" cy="643693"/>
            </a:xfrm>
            <a:prstGeom prst="rect">
              <a:avLst/>
            </a:prstGeom>
          </p:spPr>
        </p:pic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5400000">
              <a:off x="5099413" y="4278923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1809107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252778" y="332181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9C0FA07-7BD0-6043-B625-E28D8E18521F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522346">
              <a:off x="5240359" y="3900770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6293538" y="4108474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200509">
              <a:off x="5542478" y="2731342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230485">
              <a:off x="6965993" y="3988709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765465" y="4192066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970182">
              <a:off x="6127352" y="2186074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587654" y="2219452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938125" y="3275908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991753">
              <a:off x="6553921" y="3210870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3739153">
              <a:off x="4943763" y="2289076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3068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/>
          <p:cNvGrpSpPr/>
          <p:nvPr/>
        </p:nvGrpSpPr>
        <p:grpSpPr>
          <a:xfrm>
            <a:off x="130174" y="156269"/>
            <a:ext cx="3033656" cy="3033656"/>
            <a:chOff x="7204087" y="1914881"/>
            <a:chExt cx="3033656" cy="303365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9" name="群組 18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0A588338-63CD-2049-81B0-98F05DE3F510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306813">
              <a:off x="4981595" y="3185169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493708">
              <a:off x="6535834" y="4119453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5894188" y="3747310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351226">
              <a:off x="6093326" y="2985114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706062" y="2529073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313945">
              <a:off x="4919373" y="2071639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798657" y="4021516"/>
              <a:ext cx="1440000" cy="643693"/>
            </a:xfrm>
            <a:prstGeom prst="rect">
              <a:avLst/>
            </a:prstGeom>
          </p:spPr>
        </p:pic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622858" y="2323993"/>
              <a:ext cx="1440000" cy="643693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668023" y="3510579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0800000">
              <a:off x="5237147" y="4111876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6668987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110452" y="115955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97D3DF1C-7CC7-FE42-B109-30B4580C3954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041719" y="2276138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293767">
              <a:off x="4957752" y="2401070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4118143">
              <a:off x="4626960" y="3113895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5727827" y="2651096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2943635">
              <a:off x="6038760" y="3790855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563511" y="3513891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865537" y="4080527"/>
              <a:ext cx="1454361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515106">
              <a:off x="6707953" y="2690513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 flipV="1">
              <a:off x="6432361" y="4333082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5400000">
              <a:off x="5240461" y="3893553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8086830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254293" y="132229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B1EE081-09DA-9C4D-ADBD-7450FD9ED9BC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782373" y="3527678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490241">
              <a:off x="5859301" y="3904184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639771">
              <a:off x="5434366" y="2300939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831962">
              <a:off x="4696054" y="2589508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5005781" y="4112024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829274">
              <a:off x="4677694" y="3760883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6540180" y="2184096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712821" y="4182726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6915900">
              <a:off x="6289589" y="2905206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7980975">
              <a:off x="4884010" y="3098337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2586094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377334" y="301675"/>
            <a:ext cx="3074649" cy="3033656"/>
            <a:chOff x="7204087" y="1914881"/>
            <a:chExt cx="3074649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45080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6C38A1E-7682-1A42-9605-82B7FED0B9B0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746198">
              <a:off x="5848279" y="3936487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4949148" y="3688424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855366">
              <a:off x="4875004" y="3056436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973070">
              <a:off x="5422026" y="2445088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849257" y="4244792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074213" y="2565665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389339" y="3489360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675640" y="2313968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489169">
              <a:off x="6639328" y="4091603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4216212">
              <a:off x="4868308" y="2275537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705403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219809" y="323050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33453F47-7E97-B14B-B82A-D9E8BD5703D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493059" y="2456190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5743332" y="4097451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4043776">
              <a:off x="6601955" y="4014113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508109" y="3526677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4020511">
              <a:off x="4809916" y="3123543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424985" y="2803668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937979">
              <a:off x="5150987" y="3787154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207169">
              <a:off x="4634144" y="4114833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285216">
              <a:off x="6406917" y="2803771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>
              <a:off x="4934664" y="2375605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9893461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/>
          <p:cNvGrpSpPr/>
          <p:nvPr/>
        </p:nvGrpSpPr>
        <p:grpSpPr>
          <a:xfrm>
            <a:off x="373377" y="493437"/>
            <a:ext cx="3033656" cy="3033656"/>
            <a:chOff x="7204087" y="1914881"/>
            <a:chExt cx="3033656" cy="303365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9" name="群組 18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6317669D-BEBC-BC44-87A5-B7CF5489902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5172243" y="4143784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5987440" y="4348088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192789">
              <a:off x="4717788" y="3807152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003817">
              <a:off x="6756971" y="3787064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841225" y="2859779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980497">
              <a:off x="4789211" y="2186012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439604" y="2811688"/>
              <a:ext cx="1440000" cy="643693"/>
            </a:xfrm>
            <a:prstGeom prst="rect">
              <a:avLst/>
            </a:prstGeom>
          </p:spPr>
        </p:pic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233912" y="2191894"/>
              <a:ext cx="1440000" cy="643693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524577">
              <a:off x="6255015" y="3651101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0800000">
              <a:off x="4807751" y="3208460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1231150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340703" y="257140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C3E0E41-6D16-2545-B0BC-AFB1F4FBD9E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5079664" y="3432893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875191" y="3000656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222247" y="2173203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484686">
              <a:off x="4696851" y="3970173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022073">
              <a:off x="5629499" y="2734965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108066" y="3590682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661231">
              <a:off x="6633025" y="3056427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506766" y="2259265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 flipV="1">
              <a:off x="6775979" y="4120246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8223941">
              <a:off x="5426829" y="4107102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033896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65151" y="366333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CB5F5F62-4E13-2C47-8FC8-9AB331F7FE5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6692316" y="3252161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490241">
              <a:off x="5924202" y="3899072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372936" y="4261775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476163">
              <a:off x="5643565" y="2220366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831962">
              <a:off x="4965613" y="2829817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6954889">
              <a:off x="6597066" y="4141569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4974578" y="3567206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092274">
              <a:off x="6218109" y="2691383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985687" y="2529073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6200000">
              <a:off x="4701478" y="3920591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3058057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428923" y="364395"/>
            <a:ext cx="3074649" cy="3033656"/>
            <a:chOff x="7204087" y="1914881"/>
            <a:chExt cx="3074649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45080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B610D5C5-A1CF-934F-A7FC-E19FE8B0DCE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562776">
              <a:off x="5503672" y="4260601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243246" y="2770758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251700">
              <a:off x="4570257" y="2676297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768311">
              <a:off x="6105529" y="2346883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4849108" y="3308497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543176">
              <a:off x="6668811" y="2569681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4040217">
              <a:off x="6440728" y="3315148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331028">
              <a:off x="4770826" y="4112397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602571">
              <a:off x="6557227" y="4203478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8356166">
              <a:off x="5114837" y="2316492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9984397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495443" y="475146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558F87A-ADD4-DD43-9BFE-DD4CAC443B6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155899">
              <a:off x="5564917" y="2532224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287686">
              <a:off x="5494438" y="3757524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030816">
              <a:off x="6638435" y="2317353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817157">
              <a:off x="6736030" y="3632451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891616" y="4036141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797636">
              <a:off x="6804125" y="4228576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121356">
              <a:off x="4582278" y="3180028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177450" y="3144698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5818064" y="4136013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8940126">
              <a:off x="4931949" y="2479122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8566231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/>
          <p:cNvGrpSpPr/>
          <p:nvPr/>
        </p:nvGrpSpPr>
        <p:grpSpPr>
          <a:xfrm>
            <a:off x="256174" y="328276"/>
            <a:ext cx="3033656" cy="3033656"/>
            <a:chOff x="7204087" y="1914881"/>
            <a:chExt cx="3033656" cy="303365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9" name="群組 18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3E74B14-F396-3448-919E-A69040D1B7B3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4190314">
              <a:off x="4836321" y="3989812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534278">
              <a:off x="4939612" y="3218338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5562673" y="4125895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983691">
              <a:off x="6692231" y="3986595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003817">
              <a:off x="6464140" y="2886821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917895">
              <a:off x="5686987" y="2276308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980497">
              <a:off x="4775748" y="2114492"/>
              <a:ext cx="1440000" cy="643693"/>
            </a:xfrm>
            <a:prstGeom prst="rect">
              <a:avLst/>
            </a:prstGeom>
          </p:spPr>
        </p:pic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464140" y="2278788"/>
              <a:ext cx="1440000" cy="643693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253757" y="3661526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2461480">
              <a:off x="5074890" y="2788971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5356646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480862" y="119600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425B9BA7-2A96-A449-95A0-D30C380797C1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307031">
              <a:off x="4706822" y="4051804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811164" y="3077794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531964" y="2778949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484686">
              <a:off x="5868027" y="2321900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656815" y="3237081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309908">
              <a:off x="6198605" y="3911103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5963247" y="4268310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441367" y="3787760"/>
              <a:ext cx="1454361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212808">
              <a:off x="6713695" y="2644806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5400000">
              <a:off x="4780837" y="2392465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2646901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634191" y="347930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B2FBDEA9-67EA-D941-8EBC-A0AE7D585C6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4892794" y="2222113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080243" y="3913959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761167">
              <a:off x="6569546" y="2664927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831962">
              <a:off x="5598693" y="4261864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5195190" y="2968637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4845696" y="3707260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092274">
              <a:off x="6529563" y="3246846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989830" y="4166868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902076" y="2472584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3910179">
              <a:off x="5032746" y="4180733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4624789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303227" y="464713"/>
            <a:ext cx="3074649" cy="3033656"/>
            <a:chOff x="7204087" y="1914881"/>
            <a:chExt cx="3074649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45080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756D952B-BBB9-E24D-B5A8-66CD2238DA1C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746198">
              <a:off x="5608795" y="4163895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6399590" y="2555851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958308" y="2539334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5388135" y="2726198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4168787">
              <a:off x="6708025" y="2345231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938012">
              <a:off x="6412034" y="3541887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894522">
              <a:off x="5678307" y="2192786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744861">
              <a:off x="6661566" y="4029952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958307" y="4135617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0800000">
              <a:off x="4971118" y="3228493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7631552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300714" y="540810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68FF2AB-C55B-B74D-B075-5AA9600BC09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155899">
              <a:off x="5726589" y="2616481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287686">
              <a:off x="5503895" y="3818227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417329" y="3299073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817157">
              <a:off x="4800946" y="2613910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797636">
              <a:off x="6156854" y="4174344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419881" y="2254997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4965575" y="3060589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297383">
              <a:off x="6522497" y="3971947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416774" y="2620977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8279646">
              <a:off x="4837144" y="4116520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7704484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/>
          <p:cNvGrpSpPr/>
          <p:nvPr/>
        </p:nvGrpSpPr>
        <p:grpSpPr>
          <a:xfrm>
            <a:off x="282021" y="240267"/>
            <a:ext cx="3033656" cy="3033656"/>
            <a:chOff x="7204087" y="1914881"/>
            <a:chExt cx="3033656" cy="303365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9" name="群組 18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F9CCC6F-F275-2D49-B845-93FBB8A7277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764554">
              <a:off x="4614172" y="3992932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688362" y="4168631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5945647" y="2302030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510053" y="2900794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4008264">
              <a:off x="4717785" y="2636122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980497">
              <a:off x="6415004" y="4172898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151209">
              <a:off x="5278499" y="2345353"/>
              <a:ext cx="1440000" cy="643693"/>
            </a:xfrm>
            <a:prstGeom prst="rect">
              <a:avLst/>
            </a:prstGeom>
          </p:spPr>
        </p:pic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561600">
              <a:off x="6510053" y="2292761"/>
              <a:ext cx="1440000" cy="643693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299670" y="3675499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>
              <a:off x="5083112" y="3386201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2136851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313593" y="337573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C4AEC8B-789F-3E4C-B26E-269D6C5DDB1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518622">
              <a:off x="4717106" y="4119812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017153">
              <a:off x="5298501" y="3685133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542248" y="2846957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5878311" y="2389908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461586" y="2287239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309908">
              <a:off x="6208889" y="3979111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042002">
              <a:off x="6478160" y="4144162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492653" y="3022500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4553457" flipV="1">
              <a:off x="4698303" y="2322747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7328066">
              <a:off x="4679805" y="3296999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2769901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567780" y="331863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25E376F4-4B6B-1243-BD63-DF7BC59743D5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766828" y="3318115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40925">
              <a:off x="6147066" y="3787066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761167">
              <a:off x="6455847" y="2242427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4951513" y="4184839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907760">
              <a:off x="5004492" y="2777368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5802039" y="2756267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463239">
              <a:off x="6493228" y="3107309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799132" y="3975599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5132429" y="2124369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0800000">
              <a:off x="5237765" y="3507164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4663666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310684" y="440330"/>
            <a:ext cx="3074649" cy="3033656"/>
            <a:chOff x="7204087" y="1914881"/>
            <a:chExt cx="3074649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45080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9EEAAE4E-7756-CE49-AE89-45313EBF8AD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746198">
              <a:off x="6152365" y="4380643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443284">
              <a:off x="6814247" y="3161742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4948010" y="2679670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099977" y="2880178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4168787">
              <a:off x="6697727" y="2485567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262594" y="3846745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668009" y="2333122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682662" y="3617079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450006" y="4401507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5400000">
              <a:off x="5056418" y="3414840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7947318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273695" y="297729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0506AEF6-0CF5-9C45-85A3-C8B2261887A7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287686">
              <a:off x="4971172" y="4235847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5964112" y="2621844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817157">
              <a:off x="4693506" y="2898902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5697690" y="4372501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980466">
              <a:off x="6681380" y="4119131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576600" y="3462100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053401" y="3429638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5812353" y="4042020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536590">
              <a:off x="6687627" y="2318845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8803989">
              <a:off x="5093415" y="2332441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8740503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/>
          <p:cNvGrpSpPr/>
          <p:nvPr/>
        </p:nvGrpSpPr>
        <p:grpSpPr>
          <a:xfrm>
            <a:off x="494048" y="530155"/>
            <a:ext cx="3033656" cy="3033656"/>
            <a:chOff x="7204087" y="1914881"/>
            <a:chExt cx="3033656" cy="303365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9" name="群組 18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74591FD-39DE-014D-8DED-A3E70968C053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764554">
              <a:off x="4833216" y="3209586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304145">
              <a:off x="5204316" y="4300057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808600" y="2330692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604585" y="2701490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494411" y="4183324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323335">
              <a:off x="6568263" y="3322505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5978999" y="3866543"/>
              <a:ext cx="1440000" cy="643693"/>
            </a:xfrm>
            <a:prstGeom prst="rect">
              <a:avLst/>
            </a:prstGeom>
          </p:spPr>
        </p:pic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561600">
              <a:off x="5951810" y="2889660"/>
              <a:ext cx="1440000" cy="643693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208769">
              <a:off x="4641828" y="2508299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2230370">
              <a:off x="4703353" y="3808026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264597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336518" y="151546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7824BD45-64C1-C742-A269-2C7DA895AE27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5454083" y="3932029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835026">
              <a:off x="6395960" y="3041220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738250">
              <a:off x="5609562" y="2826596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396129" y="4340473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322062" y="3723831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309908">
              <a:off x="4922256" y="4360393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042002">
              <a:off x="6765777" y="2243881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241174" y="2236840"/>
              <a:ext cx="1454361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324395" y="3493772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0800000">
              <a:off x="4747799" y="3084598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0766014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113841" y="137702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0661BBC5-DA7B-594F-AA9C-FC3A80B5F27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030531">
              <a:off x="4979103" y="4299564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502180" y="4076984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410279" y="2325062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674302" y="3394949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488747">
              <a:off x="5724665" y="3726793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907760">
              <a:off x="4958924" y="2860003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5756471" y="2838902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6745587" y="3213730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63221">
              <a:off x="5847769" y="2074954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8917628">
              <a:off x="4915932" y="2384453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7276827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320172" y="144440"/>
            <a:ext cx="3074649" cy="3033656"/>
            <a:chOff x="7204087" y="1914881"/>
            <a:chExt cx="3074649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45080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4517A81E-4C38-ED44-ACED-60BAB53522F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746198">
              <a:off x="4661752" y="2474815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05434">
              <a:off x="5388096" y="2243716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6085803" y="2393509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108951">
              <a:off x="4867884" y="3109799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721134" y="3077671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938012">
              <a:off x="6186545" y="3604417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816955">
              <a:off x="5419454" y="4099566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588995">
              <a:off x="6681441" y="3917428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698513" y="2147599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13757823">
              <a:off x="4683752" y="3864532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7361767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214274" y="112676"/>
            <a:ext cx="3033656" cy="3033656"/>
            <a:chOff x="7204087" y="1914881"/>
            <a:chExt cx="3033656" cy="30336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99FBB2DC-CD69-6242-81F9-37CE88147F1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5840878" y="2335195"/>
              <a:ext cx="1440000" cy="64369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983375" y="4065093"/>
              <a:ext cx="1440000" cy="64369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837073">
              <a:off x="4914433" y="2146353"/>
              <a:ext cx="1440000" cy="64369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552029">
              <a:off x="4722582" y="2730301"/>
              <a:ext cx="1440000" cy="643693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681078" y="3587937"/>
              <a:ext cx="1440000" cy="643693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5583305" y="4485226"/>
              <a:ext cx="1440000" cy="6436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821630">
              <a:off x="6534881" y="3270618"/>
              <a:ext cx="1440000" cy="64369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972504">
              <a:off x="6069252" y="3695628"/>
              <a:ext cx="1440000" cy="643693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536590">
              <a:off x="6699830" y="2148091"/>
              <a:ext cx="1440000" cy="643693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 rot="5400000">
              <a:off x="5111778" y="3380786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6671109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群組 22"/>
          <p:cNvGrpSpPr/>
          <p:nvPr/>
        </p:nvGrpSpPr>
        <p:grpSpPr>
          <a:xfrm>
            <a:off x="470338" y="492273"/>
            <a:ext cx="3033656" cy="3033656"/>
            <a:chOff x="7204087" y="1914881"/>
            <a:chExt cx="3033656" cy="3033656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7204087" y="1914881"/>
              <a:ext cx="3033656" cy="303365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=</a:t>
              </a:r>
              <a:endParaRPr kumimoji="1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3" name="文字方塊 32"/>
            <p:cNvSpPr txBox="1"/>
            <p:nvPr/>
          </p:nvSpPr>
          <p:spPr>
            <a:xfrm>
              <a:off x="7204087" y="3231654"/>
              <a:ext cx="303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4" name="群組 33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9E46CC8-7D91-4346-A5CF-70A977F158E7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4" name="圖片 23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103174">
              <a:off x="4769963" y="4064951"/>
              <a:ext cx="1440000" cy="643693"/>
            </a:xfrm>
            <a:prstGeom prst="rect">
              <a:avLst/>
            </a:prstGeom>
          </p:spPr>
        </p:pic>
        <p:pic>
          <p:nvPicPr>
            <p:cNvPr id="25" name="圖片 24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216732" y="3524649"/>
              <a:ext cx="1440000" cy="643693"/>
            </a:xfrm>
            <a:prstGeom prst="rect">
              <a:avLst/>
            </a:prstGeom>
          </p:spPr>
        </p:pic>
        <p:pic>
          <p:nvPicPr>
            <p:cNvPr id="26" name="圖片 25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5976366" y="2337234"/>
              <a:ext cx="1440000" cy="643693"/>
            </a:xfrm>
            <a:prstGeom prst="rect">
              <a:avLst/>
            </a:prstGeom>
          </p:spPr>
        </p:pic>
        <p:pic>
          <p:nvPicPr>
            <p:cNvPr id="27" name="圖片 26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730894">
              <a:off x="6297008" y="3017146"/>
              <a:ext cx="1440000" cy="643693"/>
            </a:xfrm>
            <a:prstGeom prst="rect">
              <a:avLst/>
            </a:prstGeom>
          </p:spPr>
        </p:pic>
        <p:pic>
          <p:nvPicPr>
            <p:cNvPr id="28" name="圖片 27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5030532" y="2315465"/>
              <a:ext cx="1440000" cy="643693"/>
            </a:xfrm>
            <a:prstGeom prst="rect">
              <a:avLst/>
            </a:prstGeom>
          </p:spPr>
        </p:pic>
        <p:pic>
          <p:nvPicPr>
            <p:cNvPr id="29" name="圖片 28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323335">
              <a:off x="6736989" y="3343689"/>
              <a:ext cx="1440000" cy="643693"/>
            </a:xfrm>
            <a:prstGeom prst="rect">
              <a:avLst/>
            </a:prstGeom>
          </p:spPr>
        </p:pic>
        <p:pic>
          <p:nvPicPr>
            <p:cNvPr id="30" name="圖片 2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484858">
              <a:off x="5481907" y="4207152"/>
              <a:ext cx="1440000" cy="643693"/>
            </a:xfrm>
            <a:prstGeom prst="rect">
              <a:avLst/>
            </a:prstGeom>
          </p:spPr>
        </p:pic>
        <p:pic>
          <p:nvPicPr>
            <p:cNvPr id="31" name="圖片 30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269870">
              <a:off x="6706803" y="2395860"/>
              <a:ext cx="1440000" cy="643693"/>
            </a:xfrm>
            <a:prstGeom prst="rect">
              <a:avLst/>
            </a:prstGeom>
          </p:spPr>
        </p:pic>
        <p:pic>
          <p:nvPicPr>
            <p:cNvPr id="22" name="圖片 21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386270" y="4072243"/>
              <a:ext cx="1440000" cy="643693"/>
            </a:xfrm>
            <a:prstGeom prst="rect">
              <a:avLst/>
            </a:prstGeom>
          </p:spPr>
        </p:pic>
        <p:pic>
          <p:nvPicPr>
            <p:cNvPr id="20" name="圖片 19">
              <a:extLst>
                <a:ext uri="{FF2B5EF4-FFF2-40B4-BE49-F238E27FC236}">
                  <a16:creationId xmlns:a16="http://schemas.microsoft.com/office/drawing/2014/main" id="{C1441F57-43E8-2641-B13C-DD570C7B6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270" t="13819" r="33954" b="60742"/>
            <a:stretch/>
          </p:blipFill>
          <p:spPr>
            <a:xfrm>
              <a:off x="4732330" y="2868004"/>
              <a:ext cx="1440000" cy="644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92556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296</Words>
  <Application>Microsoft Office PowerPoint</Application>
  <PresentationFormat>寬螢幕</PresentationFormat>
  <Paragraphs>296</Paragraphs>
  <Slides>100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100</vt:i4>
      </vt:variant>
    </vt:vector>
  </HeadingPairs>
  <TitlesOfParts>
    <vt:vector size="106" baseType="lpstr">
      <vt:lpstr>新細明體</vt:lpstr>
      <vt:lpstr>Arial</vt:lpstr>
      <vt:lpstr>Calibri</vt:lpstr>
      <vt:lpstr>Calibri Light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Hao-Lun Fu</dc:creator>
  <cp:lastModifiedBy>user</cp:lastModifiedBy>
  <cp:revision>35</cp:revision>
  <dcterms:created xsi:type="dcterms:W3CDTF">2022-01-16T08:49:09Z</dcterms:created>
  <dcterms:modified xsi:type="dcterms:W3CDTF">2022-01-17T11:33:40Z</dcterms:modified>
</cp:coreProperties>
</file>