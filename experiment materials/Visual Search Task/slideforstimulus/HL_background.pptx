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6"/>
    <p:restoredTop sz="94655"/>
  </p:normalViewPr>
  <p:slideViewPr>
    <p:cSldViewPr snapToGrid="0" snapToObjects="1" showGuides="1">
      <p:cViewPr>
        <p:scale>
          <a:sx n="80" d="100"/>
          <a:sy n="80" d="100"/>
        </p:scale>
        <p:origin x="140" y="-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B119CB-3A9F-FF40-8FC3-7295CA97C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A0011D3-188F-2149-A365-C228C614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134A8F-02F0-1244-B6D2-E0AB85F0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C882C4-DF27-D846-A372-EABF9878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F66AE6-E9BF-614C-8A12-B9E85762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12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B71A4-D1F6-CC45-B4EE-672379AD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80D534-C68C-6048-9CF4-45252D79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FD0803-8161-8C40-B10B-2722CA9A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BBD775-9641-5B4A-A37F-11674F2A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EAAF20-2E32-2249-AAC4-A6133661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783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30ED4C-7E1B-EF4C-BE9F-9F65E31F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CE5896-D5F3-5145-B6D3-7E6630D37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DAF359-AED2-E34D-BB44-2F90443E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4A1FD-2261-0043-9579-543B734D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602591-080B-074F-BC1F-D334F821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77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0BFA2-7E07-6746-A9CF-878CA950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FE6540-D279-4643-A232-253D5A701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D724FB-36E3-084C-A34A-2E415A62F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BDC2D1-62CD-9D4C-9CFA-3554AC31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F6F828-28D5-334A-958F-F96078BF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731E60-B079-5541-82C3-441AFD85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678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50F037-D0F9-C348-B6A4-AE431ADB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380037-4B06-4948-ABA3-8E8302E22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3CA1C9-E1A8-0C4B-837F-101315AF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0DE51A-0CDB-3B4D-B1E9-FBC4CD29F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09D9818-8F55-F945-BCE2-E0F0EA635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CC34C0-E3E2-2D4E-B0EE-55EDE24E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A090DF-3EEC-6F48-98B1-377C9F80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EDD677-6E6C-534F-B370-9D4DC6A0C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308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0541AC-262F-B246-9B67-20A38795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ECF924A-6D4D-7149-ADF9-96525139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B0BF5E-F42E-BD42-83DC-7B4050AD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08DA23-E46D-6B42-AFBE-9933674E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945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56202C9-2235-6840-9FDE-A39E0282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02638C-3224-7242-B7B0-72E8941D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E79102-F959-EF4C-B67D-4333E91D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66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04E58C-BEC5-DB41-AEBC-4D9CF82E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AB1B4A-C366-4343-B94A-FA352FA05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1334D2-D98A-9742-BB04-BEFA63FCF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956EAA-B2FB-6F43-AF78-80FAFD52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A37126-FD87-DB43-B94A-F185F174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D561A8-1338-6248-8770-77B945E5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58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5B4E9-0A09-764A-932A-1964B9AE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6AC4F5-96BA-8247-893F-D7A23BCBC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ACF5CB-408A-0C4C-A57F-BE48E4DD0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DA68F4-7B90-6841-B87B-720AE8B1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382FB5-C197-D540-B93C-FB7E264E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23FEA8-CEF6-6244-894C-FA20E597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737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9D384A-4F5E-624D-BA76-9317C2A3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38B9E1-54A7-B445-AC88-2654557BB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C26AC2-2E26-1842-B879-BD8FEBA7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28C254-3684-BC41-9DCA-E6BBA7A6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B1A453-44D7-1241-8B79-E7399441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999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76137B2-3FC2-484A-9819-D0FCB15D5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2A0DD5-BF15-1747-9E80-247C8356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02A59-FB8C-6549-ABF8-18DC3A85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9E9EA3-A9D7-834A-AE6D-FFFA18F0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5513A0-491C-F947-AE31-7C403965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495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5D540B-B96E-0C4A-8BBA-F1C696EDB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BB34DA-32A3-924E-85BB-C4699BB39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6C2E15-9616-674F-A44B-A8C60DE06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6A38-E1CE-E54F-90FE-A6B31CEEB665}" type="datetimeFigureOut">
              <a:rPr kumimoji="1" lang="zh-TW" altLang="en-US" smtClean="0"/>
              <a:t>2022/1/17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C355B0-BAE2-C84E-A52B-A0516C577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B0F006-ADC2-D945-9AD7-9E57E04F4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554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E7C0A90A-6ADF-400D-AB33-3306F18C28B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DC1281AA-9E40-A14E-89D9-FD33DA6A44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E3A19DD-8D41-42AD-8FAE-7A7BB2EE7C29}"/>
                </a:ext>
              </a:extLst>
            </p:cNvPr>
            <p:cNvGrpSpPr/>
            <p:nvPr/>
          </p:nvGrpSpPr>
          <p:grpSpPr>
            <a:xfrm>
              <a:off x="5301677" y="1916441"/>
              <a:ext cx="2966373" cy="3388384"/>
              <a:chOff x="403580" y="-45527"/>
              <a:chExt cx="2966373" cy="338838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405D94D-41D1-4C05-9A61-120DD42F529A}"/>
                  </a:ext>
                </a:extLst>
              </p:cNvPr>
              <p:cNvGrpSpPr/>
              <p:nvPr/>
            </p:nvGrpSpPr>
            <p:grpSpPr>
              <a:xfrm>
                <a:off x="403580" y="-45527"/>
                <a:ext cx="2966373" cy="3388384"/>
                <a:chOff x="403580" y="-45527"/>
                <a:chExt cx="2966373" cy="3388384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BE976A3D-FCA2-42D5-B449-4E6E419E11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43797">
                  <a:off x="1460081" y="14975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5CFF393-1501-450B-94E6-E911E1BA4C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23310">
                  <a:off x="1195986" y="7922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986F98A0-8ED4-4FC4-A11A-16C4B01BDF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045231" y="23010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1A191F5D-277D-4477-A30D-934D57DAC1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6411" y="15683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D582AA74-A849-4E19-AAAC-D84B07BD50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077235">
                  <a:off x="28047" y="6262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8F5A9A53-A41D-4D74-B102-D89827AB7A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93094">
                  <a:off x="5427" y="21077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7A428B9-20B0-4F40-AAA7-893D7E9874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09082">
                  <a:off x="1478225" y="3526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849E36BE-7939-423C-85A4-5CA5613948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929953" y="10892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FEA530D2-F7E1-4BE6-9765-ECCFC0BBEF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flipV="1">
                  <a:off x="724382" y="28914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D08938DE-9183-4CD8-A659-7452BB439D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1926369" y="1950262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8536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D0BC2F0F-0234-4778-BF29-87D9727A48C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8D9A3B0-0FFA-2A41-9095-0F858BD1421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451C18A-82FF-4E68-A576-06805C139A74}"/>
                </a:ext>
              </a:extLst>
            </p:cNvPr>
            <p:cNvGrpSpPr/>
            <p:nvPr/>
          </p:nvGrpSpPr>
          <p:grpSpPr>
            <a:xfrm>
              <a:off x="4929563" y="1792234"/>
              <a:ext cx="2938652" cy="3608129"/>
              <a:chOff x="4314455" y="-43101"/>
              <a:chExt cx="2938652" cy="360812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9A698AE-E2E7-4236-B28B-E9336F64F8DB}"/>
                  </a:ext>
                </a:extLst>
              </p:cNvPr>
              <p:cNvGrpSpPr/>
              <p:nvPr/>
            </p:nvGrpSpPr>
            <p:grpSpPr>
              <a:xfrm>
                <a:off x="4314455" y="-43101"/>
                <a:ext cx="2739340" cy="3608129"/>
                <a:chOff x="4206443" y="310692"/>
                <a:chExt cx="2739340" cy="3608129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B23781F8-A46A-4F11-A1D6-DC6EFCDB96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2438">
                  <a:off x="4237106" y="9218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F3506126-5B56-40C1-9E33-8312BD2DB8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300768" y="28769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6FC262DA-B190-44BF-B7AA-17F4ACD2DC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509910" y="26459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46C4F8CA-80A9-455B-9BCB-A78650A78D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776606" y="10265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EDF4A9EE-356B-4651-BFC4-4211431EC6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179700">
                  <a:off x="5903937" y="25120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D7209544-FDDB-4273-BA72-FBED5FC9B3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015144">
                  <a:off x="5819062" y="16640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574E7A6D-C73A-4226-ACAC-202D8F08AB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58448">
                  <a:off x="4450400" y="16320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FDE2572-90ED-4799-A957-35AFAB0F15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29287">
                  <a:off x="5766498" y="7088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52967C9B-9463-4C99-AB05-F896D8754D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206443" y="243049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0E719174-BA7A-44D0-BBF5-2B25194589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8069724">
                <a:off x="6224152" y="985563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2291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0E23C6B5-DE00-469B-8C39-45458436A7A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717D1311-62D6-FF48-ADA0-992506541EB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2EB4D941-D254-442C-A592-72DE4E9A5CBD}"/>
                </a:ext>
              </a:extLst>
            </p:cNvPr>
            <p:cNvGrpSpPr/>
            <p:nvPr/>
          </p:nvGrpSpPr>
          <p:grpSpPr>
            <a:xfrm>
              <a:off x="4598379" y="2069125"/>
              <a:ext cx="3177536" cy="3146813"/>
              <a:chOff x="7832483" y="157383"/>
              <a:chExt cx="3177536" cy="3146813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9A9DF64C-5353-4ED1-89AE-BC1E06B268DF}"/>
                  </a:ext>
                </a:extLst>
              </p:cNvPr>
              <p:cNvGrpSpPr/>
              <p:nvPr/>
            </p:nvGrpSpPr>
            <p:grpSpPr>
              <a:xfrm>
                <a:off x="7832483" y="183552"/>
                <a:ext cx="3177536" cy="3120644"/>
                <a:chOff x="7431909" y="985922"/>
                <a:chExt cx="3177536" cy="3120644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F5D3F43E-9381-4117-9917-C7FFA88598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431909" y="1732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1656C3FB-274E-46A8-B52A-9C47027274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01541">
                  <a:off x="7611153" y="30021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F5533879-B225-4824-BF75-61F0275CDA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985275" y="24248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0D7AA24-771B-4E57-B5AB-AE90653A3D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850454" y="10432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D60088E6-7984-430C-A088-0268E520A5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29421">
                  <a:off x="8823340" y="13840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0EFABB3-0708-4212-9D16-A637CB17F3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386610" y="30647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4E3F1F55-CA98-4AB3-8F80-DD5A02422A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26290">
                  <a:off x="9567599" y="29383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41EA145D-FDCF-4120-A31F-F89578912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77844">
                  <a:off x="9554398" y="20053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3766E1A6-F684-4165-8B03-96547375E5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038186" y="218362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917C8B11-D1E2-4C71-952C-F99F14E5E4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3099941">
                <a:off x="9853010" y="568428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2481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D34DB065-6756-4F53-ADFA-CE72173C43D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D4F6663-83E0-CB44-BBF5-4A3CBDA3242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24B6AF5A-8C5E-43EF-BD62-F42F082C89A8}"/>
                </a:ext>
              </a:extLst>
            </p:cNvPr>
            <p:cNvGrpSpPr/>
            <p:nvPr/>
          </p:nvGrpSpPr>
          <p:grpSpPr>
            <a:xfrm>
              <a:off x="4946029" y="1981726"/>
              <a:ext cx="3481184" cy="3236548"/>
              <a:chOff x="2134105" y="3645672"/>
              <a:chExt cx="3481184" cy="3236548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15E786C7-1D63-4BC4-A9A2-DC6AAD5358C5}"/>
                  </a:ext>
                </a:extLst>
              </p:cNvPr>
              <p:cNvGrpSpPr/>
              <p:nvPr/>
            </p:nvGrpSpPr>
            <p:grpSpPr>
              <a:xfrm>
                <a:off x="2134105" y="3645672"/>
                <a:ext cx="3481184" cy="3217204"/>
                <a:chOff x="1478225" y="3344300"/>
                <a:chExt cx="3481184" cy="3217204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F55F725-1A2E-4B7A-A5D6-8451A7A567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795632" y="45149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EFDABE5-DCF9-452F-99FE-F370A3C842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478225" y="38181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0ED77097-791E-4FCE-92C5-079675AF40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04889">
                  <a:off x="3188058" y="52378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520A46C4-8FEE-4431-AD5B-489B349DD1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84076">
                  <a:off x="1439792" y="45080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7BFC857-3CA7-45AF-9FBF-561F6D8676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1200">
                  <a:off x="1984121" y="51600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3E2BBD2-688B-40ED-BDC6-6C1CEDDF85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519409" y="40901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068549E-9307-49F5-9FAA-4780BF00A7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18157">
                  <a:off x="2846847" y="37424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FCB07E75-BC83-48E2-9D01-F61C7BCFA1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647198" y="55196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F320A1AE-9888-4659-A063-87C86531BE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85438" y="377221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009C7F71-3D78-4BFA-858B-1957C0AF04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4089176">
                <a:off x="3638035" y="5853265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7286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FDB7E430-7E46-4CF9-9AE1-4B29755EAFA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B4F53EA-90A7-BE4F-81D9-B152DC210F7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72BC660F-7672-480A-9846-C50F0E3F6200}"/>
                </a:ext>
              </a:extLst>
            </p:cNvPr>
            <p:cNvGrpSpPr/>
            <p:nvPr/>
          </p:nvGrpSpPr>
          <p:grpSpPr>
            <a:xfrm>
              <a:off x="5141032" y="1954999"/>
              <a:ext cx="2861356" cy="3290002"/>
              <a:chOff x="6551150" y="3493229"/>
              <a:chExt cx="2861356" cy="3290002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4016DDCF-63AC-494B-9D9A-368D922BC4FF}"/>
                  </a:ext>
                </a:extLst>
              </p:cNvPr>
              <p:cNvGrpSpPr/>
              <p:nvPr/>
            </p:nvGrpSpPr>
            <p:grpSpPr>
              <a:xfrm>
                <a:off x="6551150" y="3510327"/>
                <a:ext cx="2861356" cy="3272904"/>
                <a:chOff x="5903377" y="3434847"/>
                <a:chExt cx="2861356" cy="3272904"/>
              </a:xfrm>
            </p:grpSpPr>
            <p:grpSp>
              <p:nvGrpSpPr>
                <p:cNvPr id="7" name="群組 6">
                  <a:extLst>
                    <a:ext uri="{FF2B5EF4-FFF2-40B4-BE49-F238E27FC236}">
                      <a16:creationId xmlns:a16="http://schemas.microsoft.com/office/drawing/2014/main" id="{25E0FB51-CEBD-4C82-B4DC-33D72D14DD93}"/>
                    </a:ext>
                  </a:extLst>
                </p:cNvPr>
                <p:cNvGrpSpPr/>
                <p:nvPr/>
              </p:nvGrpSpPr>
              <p:grpSpPr>
                <a:xfrm>
                  <a:off x="5903377" y="3911632"/>
                  <a:ext cx="2861356" cy="2796119"/>
                  <a:chOff x="7607612" y="3996001"/>
                  <a:chExt cx="2861356" cy="2796119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AE51D396-0FCF-4262-8349-4767D35B91C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04206">
                    <a:off x="7271280" y="460679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3601FDD9-E0DA-49BC-94CC-AE9F6A9ADE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028968" y="46460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20E33F72-D472-407B-9175-8D4BA727CED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947349" y="541927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FE2790AA-F996-4422-A3AE-04F5325FECA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850574" y="535933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195CC785-105F-45CC-8E04-335FCF00B79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432120" y="39960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791BAF77-EBA5-4404-9D4B-83DAF4D3F5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209459" y="575027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7ECFB1E2-9855-4EE5-B03E-7E9322B71D3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969605">
                    <a:off x="8223789" y="575027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854C8521-A474-4ADF-B05C-BB2C6AE160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230587">
                    <a:off x="8702641" y="590719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50410D2A-5C6C-4A06-B6B5-0178917864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57826">
                  <a:off x="5925346" y="383300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FA8C1CD3-1291-4133-B8CF-0047761679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7993719" y="3904274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1130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62B03363-EF36-4312-98D7-1B0B5152663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7965B53B-FCB2-2B4D-94D6-42FF0D1B258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40E3EAC1-9F98-4ED0-9654-C300FDDE5D8A}"/>
                </a:ext>
              </a:extLst>
            </p:cNvPr>
            <p:cNvGrpSpPr/>
            <p:nvPr/>
          </p:nvGrpSpPr>
          <p:grpSpPr>
            <a:xfrm>
              <a:off x="5162429" y="1878837"/>
              <a:ext cx="3048294" cy="3442325"/>
              <a:chOff x="460778" y="151369"/>
              <a:chExt cx="3048294" cy="3442325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FAB9E3D7-4ECF-46B4-B5E6-105D7CF05F6A}"/>
                  </a:ext>
                </a:extLst>
              </p:cNvPr>
              <p:cNvGrpSpPr/>
              <p:nvPr/>
            </p:nvGrpSpPr>
            <p:grpSpPr>
              <a:xfrm>
                <a:off x="460778" y="151369"/>
                <a:ext cx="3048294" cy="3442325"/>
                <a:chOff x="327234" y="-58258"/>
                <a:chExt cx="3048294" cy="3442325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B931E072-032C-42D2-BCE4-77718FB8D3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622075">
                  <a:off x="1935528" y="9027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09DDB7B7-A76B-4EF4-9980-49A5EF7804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77262">
                  <a:off x="1543370" y="6879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0755CC6-354D-4C85-98FC-27F2C2BB7F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37027" y="23422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0B571D38-4525-449E-87CA-9C9A1788F1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6411" y="15683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38AB4B96-774F-4803-87F7-02F0D300F3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07938">
                  <a:off x="104034" y="7426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0A073418-5F8B-40EE-97FD-CF8408CB53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839960" y="23850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1B157739-AAE4-4F29-8B53-10D542C5A1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62370">
                  <a:off x="-70919" y="21549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7E49D40C-D316-4F85-AD72-63A8333AE5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169499" y="3398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027BD3A4-326B-403A-A75C-9C60839DCB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flipV="1">
                  <a:off x="734967" y="36612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F64EABA-1E5D-4BD6-9F39-ADC41BDFC9C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6200000">
                <a:off x="1692856" y="1790399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3535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C2CD12C4-747F-4C55-AF5D-CE760A3C3F8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61C9B1-6115-054D-A932-C43FE8BE24A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405BE9A9-206C-46CC-926A-534CE25CC417}"/>
                </a:ext>
              </a:extLst>
            </p:cNvPr>
            <p:cNvGrpSpPr/>
            <p:nvPr/>
          </p:nvGrpSpPr>
          <p:grpSpPr>
            <a:xfrm>
              <a:off x="5015856" y="1944097"/>
              <a:ext cx="3224406" cy="3373854"/>
              <a:chOff x="4236207" y="-5143"/>
              <a:chExt cx="3224406" cy="337385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DE37F2A-F5E4-4145-9909-481194AF86BC}"/>
                  </a:ext>
                </a:extLst>
              </p:cNvPr>
              <p:cNvGrpSpPr/>
              <p:nvPr/>
            </p:nvGrpSpPr>
            <p:grpSpPr>
              <a:xfrm>
                <a:off x="4236207" y="-5143"/>
                <a:ext cx="2675504" cy="3373854"/>
                <a:chOff x="4402189" y="309744"/>
                <a:chExt cx="2675504" cy="337385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6C12C3D2-F95C-4B3F-B8A7-08C10436F9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502515">
                  <a:off x="4004036" y="11031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2846BB46-CF28-4FC6-8467-F59443D8F2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066231" y="25571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33EF6BC4-90AB-45E1-A863-7CCE7CB8D5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81385">
                  <a:off x="4209264" y="26417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5126780-8C60-42FF-B0F5-EE731AFAA9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117169">
                  <a:off x="4465586" y="10831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151BEB3C-7D23-4810-9332-B37B40458C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76140">
                  <a:off x="6000239" y="16245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F682ABF6-4680-4024-AE6A-A125DDECE2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670024" y="21268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D275B2BE-DB22-4038-9CB6-2C30D8E2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48143">
                  <a:off x="5324604" y="7659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1AB37955-C854-4809-9651-FF6EEF6DE2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035847" y="7078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535CC984-AEB4-48F2-BFCA-F1E4C81440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425437" y="182373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9FF658F6-AF34-44F8-ABC2-CAF1E30724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6020613" y="2225721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0137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B40F852A-5065-4594-92AC-54DAD20F721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4A5F3C2-5F0F-E048-836D-5CBCD5D1473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CC8F336-2668-45CC-A0E2-F04EF9B1E42C}"/>
                </a:ext>
              </a:extLst>
            </p:cNvPr>
            <p:cNvGrpSpPr/>
            <p:nvPr/>
          </p:nvGrpSpPr>
          <p:grpSpPr>
            <a:xfrm>
              <a:off x="4824889" y="2118486"/>
              <a:ext cx="3118511" cy="3164196"/>
              <a:chOff x="7539010" y="176945"/>
              <a:chExt cx="3118511" cy="316419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67F15618-C500-46EB-A070-2EBE2DBFA0EC}"/>
                  </a:ext>
                </a:extLst>
              </p:cNvPr>
              <p:cNvGrpSpPr/>
              <p:nvPr/>
            </p:nvGrpSpPr>
            <p:grpSpPr>
              <a:xfrm>
                <a:off x="7539010" y="176945"/>
                <a:ext cx="3118511" cy="3164196"/>
                <a:chOff x="7673922" y="1035827"/>
                <a:chExt cx="3118511" cy="316419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E6E5D1E-D7FE-407F-A19A-3F719DE6EC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11426">
                  <a:off x="8027303" y="20914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C59A998-24EF-4EC6-BB81-EB36A3880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011302" y="31581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D16389D-2384-4C18-9735-A02A27FA03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673922" y="13903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7863D19A-DF35-44C9-A32D-DAFFCB32BD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26870">
                  <a:off x="8627256" y="14339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6712211-A34A-48C9-B1D3-F529116CFC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080950" y="29748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27CD364-8BAA-462D-BB31-11D20C1DFB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51759">
                  <a:off x="9580235" y="28723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3663B49-DD18-4F5B-993C-832A2C391D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24419">
                  <a:off x="9530908" y="17121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E1E5ECBB-D42E-4995-A17F-C7EA4E28EA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352433" y="14186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27AAA070-9376-4B6F-B992-00FE201051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718789" y="26325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714D5815-6AAC-41D3-8986-E916E5B200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2634475">
                <a:off x="8934810" y="177318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33490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30876E98-A7D5-4865-B37E-849CB9E9FBA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89AA429-1EC6-7A46-9E85-EE026B86D4D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F567F239-9579-4BB6-ACBE-E8121A19BC31}"/>
                </a:ext>
              </a:extLst>
            </p:cNvPr>
            <p:cNvGrpSpPr/>
            <p:nvPr/>
          </p:nvGrpSpPr>
          <p:grpSpPr>
            <a:xfrm>
              <a:off x="4731739" y="1895774"/>
              <a:ext cx="3377845" cy="2936650"/>
              <a:chOff x="1356901" y="3488876"/>
              <a:chExt cx="3377845" cy="293665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B4FF0628-EA9E-4B59-AC9E-11D08E52AC3C}"/>
                  </a:ext>
                </a:extLst>
              </p:cNvPr>
              <p:cNvGrpSpPr/>
              <p:nvPr/>
            </p:nvGrpSpPr>
            <p:grpSpPr>
              <a:xfrm>
                <a:off x="1356901" y="3488876"/>
                <a:ext cx="3105994" cy="2936650"/>
                <a:chOff x="1337201" y="3182291"/>
                <a:chExt cx="3105994" cy="2936650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D0D6CAFF-3BE0-4763-9F47-4267E9A53E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72040">
                  <a:off x="3168193" y="45524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B3ECB54-2055-4CB5-A93C-909890CC38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760847">
                  <a:off x="1337201" y="37052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9F2B8D12-61B2-4587-A4A7-DA4C9611B6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003195" y="54752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FF473818-FD31-42EB-9146-8E61E881C5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85645">
                  <a:off x="1943815" y="45739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643B381F-B8A3-4469-91D7-0FFF18281B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187788" y="49043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30BA3BC2-2CC1-4ABF-BA15-2441E3259C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04229">
                  <a:off x="2813659" y="41249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422D6393-6E81-44CF-993A-8AE2DCA787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61492">
                  <a:off x="1721144" y="5475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4E6E557E-20F7-4008-89C5-514B49A5F4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08429">
                  <a:off x="2610985" y="52345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25EEEF57-80DC-472E-BC9F-DA6606847D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191221" y="358044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52F0979F-2F87-42F3-B5FD-3268367832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3281604">
                <a:off x="3294746" y="3933005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88442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EB348FC4-3398-46B9-8BBC-DA91045C34C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DB71BD-2FB9-2944-9439-DCB83E42C5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FA2B5CEC-2C00-41BE-A9F2-126955036C37}"/>
                </a:ext>
              </a:extLst>
            </p:cNvPr>
            <p:cNvGrpSpPr/>
            <p:nvPr/>
          </p:nvGrpSpPr>
          <p:grpSpPr>
            <a:xfrm>
              <a:off x="4719260" y="2150633"/>
              <a:ext cx="3092800" cy="2898733"/>
              <a:chOff x="6022564" y="3711886"/>
              <a:chExt cx="3092800" cy="289873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2A1AEB6-429F-4D0A-B3B7-88DB9C1AAFE4}"/>
                  </a:ext>
                </a:extLst>
              </p:cNvPr>
              <p:cNvGrpSpPr/>
              <p:nvPr/>
            </p:nvGrpSpPr>
            <p:grpSpPr>
              <a:xfrm>
                <a:off x="6022564" y="3711886"/>
                <a:ext cx="3092800" cy="2898733"/>
                <a:chOff x="5604322" y="3571399"/>
                <a:chExt cx="3092800" cy="2898733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8DD7A45F-F831-4F26-91CC-EB38DFBED1E4}"/>
                    </a:ext>
                  </a:extLst>
                </p:cNvPr>
                <p:cNvGrpSpPr/>
                <p:nvPr/>
              </p:nvGrpSpPr>
              <p:grpSpPr>
                <a:xfrm>
                  <a:off x="5604322" y="3575198"/>
                  <a:ext cx="3092800" cy="2894934"/>
                  <a:chOff x="7212465" y="3756048"/>
                  <a:chExt cx="3092800" cy="2894934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2C2C3273-27F0-4803-A3B6-19EF01EA57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592679" y="49152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A1EE4459-272D-47EC-B825-C8036B5F02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933762" y="560913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AF8B881E-0C74-44E3-A287-7806597DC3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706038" y="589571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DFF59327-5016-4871-A95B-2898FC1E41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4665">
                    <a:off x="7248286" y="434374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116D2425-CC98-4107-9A31-467874F961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624111" y="42716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BDAB9707-3DE7-4ACC-BD6F-42FDECCECD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853686">
                    <a:off x="9263419" y="53989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9910BDA1-1050-40B1-A49B-291EA5C92B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173497" y="41542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22ECF59C-6514-4A45-B02F-FBA78F0466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439771">
                    <a:off x="7212465" y="5454934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C59CA53-5C8B-4699-9C6E-1906417ACF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112642" y="357139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5762ACEE-5482-4FAD-97E3-7374FD288F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7640406" y="4728998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877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A5846C69-9B5A-45C3-A7DB-D0F02532BE6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F64A3A3-7CB6-7E43-8301-B35FFB522A3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282206BC-5F9F-48CF-8D8F-025860B533F5}"/>
                </a:ext>
              </a:extLst>
            </p:cNvPr>
            <p:cNvGrpSpPr/>
            <p:nvPr/>
          </p:nvGrpSpPr>
          <p:grpSpPr>
            <a:xfrm>
              <a:off x="5195078" y="1746376"/>
              <a:ext cx="2799763" cy="3622366"/>
              <a:chOff x="726501" y="-77669"/>
              <a:chExt cx="2799763" cy="362236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51EFEF2-3B3D-47BB-BF60-D3F80FC213C8}"/>
                  </a:ext>
                </a:extLst>
              </p:cNvPr>
              <p:cNvGrpSpPr/>
              <p:nvPr/>
            </p:nvGrpSpPr>
            <p:grpSpPr>
              <a:xfrm>
                <a:off x="726501" y="-77669"/>
                <a:ext cx="2799763" cy="3622366"/>
                <a:chOff x="339506" y="-199290"/>
                <a:chExt cx="2799763" cy="362236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EC43856-5DB0-4668-9FB2-7602BC05F8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06993">
                  <a:off x="39770" y="16930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28CE220A-ED3A-4505-9FED-3B0C6CD89E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39946">
                  <a:off x="1804055" y="5048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736CBA57-7BE3-4908-B1C6-2396B80D58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35946">
                  <a:off x="445283" y="23812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32083586-EB58-4CB6-B994-3115E53267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51301">
                  <a:off x="210994" y="13682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A964227-A8E5-40F4-8725-A3A624C88F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250573" y="6276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E0CFCF5-5775-471B-A0F5-452CF4AC4F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962655">
                  <a:off x="1699269" y="21206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6CA7ECE-B63E-443E-AD91-220F61EB3E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-58647" y="6439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B226719-A24B-4928-A934-BE7179F808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43556">
                  <a:off x="1955268" y="12290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4818F4DE-D477-4B68-B96D-3F0A0356BE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05179" flipV="1">
                  <a:off x="632949" y="19886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19980E6E-2B37-4878-B6E7-9C2C3879DB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1694617" y="183863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99348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B75EE65E-CEA3-4C1C-8BA7-04BB8447DC3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B04024E-9A60-C54E-84DC-158896A0DCF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A9B0B66-0D75-410A-8BE8-EBFFF84BB505}"/>
                </a:ext>
              </a:extLst>
            </p:cNvPr>
            <p:cNvGrpSpPr/>
            <p:nvPr/>
          </p:nvGrpSpPr>
          <p:grpSpPr>
            <a:xfrm>
              <a:off x="4851649" y="1735805"/>
              <a:ext cx="3494445" cy="3329558"/>
              <a:chOff x="4095485" y="41997"/>
              <a:chExt cx="3494445" cy="332955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B13E438-98CA-4E4A-B6E7-DB546B95CA04}"/>
                  </a:ext>
                </a:extLst>
              </p:cNvPr>
              <p:cNvGrpSpPr/>
              <p:nvPr/>
            </p:nvGrpSpPr>
            <p:grpSpPr>
              <a:xfrm>
                <a:off x="4095485" y="41997"/>
                <a:ext cx="3494445" cy="3329558"/>
                <a:chOff x="4201475" y="136358"/>
                <a:chExt cx="3494445" cy="332955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2193EA53-7519-4D09-B5CF-32241AA833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75991" y="7526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092F710-71F1-4DCA-A230-028E958AE2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678889" y="26211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3BED646-38AA-4FBC-B758-3D8CA39CB7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843060" y="27432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E6900BC6-D5AC-4C4D-A314-64945B18EF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79919">
                  <a:off x="4972207" y="11286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CBF9945-7534-4FEC-B38D-BDE8B9899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99548">
                  <a:off x="4112475" y="24240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3BF0A23-5E64-423E-A93E-55817663FE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255920" y="19097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239D54DA-9701-4C05-AC30-A31F37BB46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63714" y="5345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63C541F3-F32B-43DF-BF9D-963CC6D215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77461">
                  <a:off x="4201475" y="17765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345914CF-06B8-4626-932D-2579AF4C91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85288">
                  <a:off x="5353350" y="212046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765782F-33FF-4A44-8F81-B86EDC2D02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7253450">
                <a:off x="5475846" y="137359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11638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E3D0CCC2-4A85-4BDF-98A5-23992085272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457363D-F9A8-A54E-ACEB-59996D3DCD3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649C31D8-217A-44AF-B940-30CA7993829C}"/>
                </a:ext>
              </a:extLst>
            </p:cNvPr>
            <p:cNvGrpSpPr/>
            <p:nvPr/>
          </p:nvGrpSpPr>
          <p:grpSpPr>
            <a:xfrm>
              <a:off x="4939105" y="1949607"/>
              <a:ext cx="3277815" cy="2982990"/>
              <a:chOff x="9375613" y="318017"/>
              <a:chExt cx="3277815" cy="2982990"/>
            </a:xfrm>
          </p:grpSpPr>
          <p:grpSp>
            <p:nvGrpSpPr>
              <p:cNvPr id="17" name="群組 16">
                <a:extLst>
                  <a:ext uri="{FF2B5EF4-FFF2-40B4-BE49-F238E27FC236}">
                    <a16:creationId xmlns:a16="http://schemas.microsoft.com/office/drawing/2014/main" id="{72A946ED-A600-4FBC-891F-8AF32893D467}"/>
                  </a:ext>
                </a:extLst>
              </p:cNvPr>
              <p:cNvGrpSpPr/>
              <p:nvPr/>
            </p:nvGrpSpPr>
            <p:grpSpPr>
              <a:xfrm>
                <a:off x="9375613" y="318017"/>
                <a:ext cx="3277815" cy="2925563"/>
                <a:chOff x="7782816" y="812345"/>
                <a:chExt cx="3277815" cy="2925563"/>
              </a:xfrm>
            </p:grpSpPr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5EFBF662-7835-42DF-8F61-4C8990C00B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287093" y="13318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510954EA-92A7-433A-8F7F-E4FF5A92F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99627">
                  <a:off x="8006066" y="21561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FC7EC4B3-C3CA-4F8A-ABDD-6B5010DAAF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68146">
                  <a:off x="7782816" y="13935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6930AEFB-4D56-4C57-81B8-B6B8B8BBA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603906" y="12104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0C4DCC59-81B9-4D18-A4D7-CE09D8508B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528118" y="17248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B7A88629-D1A1-4440-B5CC-4C0BAD0245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799002" y="29494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2333B95A-2B4A-4242-8B6C-233D51365D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620631" y="28779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6DD30380-A913-4E1C-AE04-DED3C0D490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5501">
                  <a:off x="9138144" y="21679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EA244967-DD65-4FED-8E52-F800C7F202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46523">
                  <a:off x="7835101" y="309421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94906C5A-55FC-4D9B-B4CE-BFACB06E74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10654564" y="268309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49302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A13EF8A4-32AD-4CD9-AE96-96E16405B2E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1904D01-3F21-F048-9201-E52E8322DE0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1D32AF1C-718D-4446-9975-0D19349C4DCB}"/>
                </a:ext>
              </a:extLst>
            </p:cNvPr>
            <p:cNvGrpSpPr/>
            <p:nvPr/>
          </p:nvGrpSpPr>
          <p:grpSpPr>
            <a:xfrm>
              <a:off x="4774606" y="1798081"/>
              <a:ext cx="3495852" cy="3457095"/>
              <a:chOff x="1551649" y="3282554"/>
              <a:chExt cx="3495852" cy="345709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FEAF21B4-35F0-45EE-9ADB-9482DF3708CE}"/>
                  </a:ext>
                </a:extLst>
              </p:cNvPr>
              <p:cNvGrpSpPr/>
              <p:nvPr/>
            </p:nvGrpSpPr>
            <p:grpSpPr>
              <a:xfrm>
                <a:off x="1551649" y="3282554"/>
                <a:ext cx="3495852" cy="3457095"/>
                <a:chOff x="1363476" y="3049649"/>
                <a:chExt cx="3495852" cy="345709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309367F8-E7EB-4B23-A993-90014D7CCC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548302" y="46638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57BFCFF-10D8-4A05-817B-67B0BCAED3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363476" y="38203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F6222D19-6118-44C0-80BC-68362C7933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33561">
                  <a:off x="2220066" y="54648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19DE358C-61BE-41AC-AD21-598E1FBC32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539054" y="44937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03F1D4B4-2DDD-453D-AC92-3B30E38EC8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28277">
                  <a:off x="1935697" y="37294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5435AF9-7B40-4984-B5E9-915B7D3F4C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34239">
                  <a:off x="1422665" y="51700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88800E3-9664-4458-92DF-3EC52314BC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34677">
                  <a:off x="3419328" y="55689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FC561386-B1CD-4D72-A1CC-5993B01B92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17136">
                  <a:off x="3035674" y="39357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0DB203E4-169E-420D-8991-5222036883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218129" y="344780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6D8358B-0122-41DC-BC9B-695EBD1866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8276531">
                <a:off x="2975566" y="517316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99312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CF0D655A-88CB-402E-A2B4-7017E8A9BC3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96ACDBF-0E08-DD46-9162-FCEF479A3A2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57DDC00-8E67-446B-8D89-559BD6BDF9FD}"/>
                </a:ext>
              </a:extLst>
            </p:cNvPr>
            <p:cNvGrpSpPr/>
            <p:nvPr/>
          </p:nvGrpSpPr>
          <p:grpSpPr>
            <a:xfrm>
              <a:off x="4630448" y="2249939"/>
              <a:ext cx="3457949" cy="3318001"/>
              <a:chOff x="5942082" y="4374345"/>
              <a:chExt cx="3457949" cy="331800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3B6D883-4D3F-4A21-827B-A63A4E37E9D1}"/>
                  </a:ext>
                </a:extLst>
              </p:cNvPr>
              <p:cNvGrpSpPr/>
              <p:nvPr/>
            </p:nvGrpSpPr>
            <p:grpSpPr>
              <a:xfrm>
                <a:off x="5942082" y="4524132"/>
                <a:ext cx="3457949" cy="3168214"/>
                <a:chOff x="7104595" y="3978971"/>
                <a:chExt cx="3457949" cy="316821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4BD7638-3265-4A9D-AEA0-E86CC7BD08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63416">
                  <a:off x="8904991" y="52864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3F9D11DD-4837-4A7E-A058-ECF6F34E02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226837" y="46826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F6997834-634E-4AFC-B798-D1C01313AC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602404">
                  <a:off x="7904978" y="56855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62C3FBD4-A4CD-4269-8AC5-58F9F5CC92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99896">
                  <a:off x="8750121" y="61053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ADDE4D7-AEEA-4186-8403-99220F816E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94342">
                  <a:off x="7104595" y="41924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465B3FF3-ABA6-459E-B9EF-FC27B0ED1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072937" y="39882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F3D9996-F9A4-45F6-9BA6-1D164F4C46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506822" y="49731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32AC049F-4CC0-48CD-879E-62AD29B4FB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99106">
                  <a:off x="9122544" y="39789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242A4CEA-DEF2-4A24-8CA8-F502A0BDFB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248466" y="55600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1B106064-7E80-42F7-87F3-A2D9252181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6200000">
                <a:off x="7576452" y="478539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79110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0C92AF66-A973-4306-B19A-B206D0D7E96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E99A0FF-7392-8745-AA28-5C8B77915F5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9F371DD-7991-4923-9E8A-7F262C0681E8}"/>
                </a:ext>
              </a:extLst>
            </p:cNvPr>
            <p:cNvGrpSpPr/>
            <p:nvPr/>
          </p:nvGrpSpPr>
          <p:grpSpPr>
            <a:xfrm>
              <a:off x="4695901" y="1933429"/>
              <a:ext cx="3568198" cy="3333141"/>
              <a:chOff x="42750" y="93577"/>
              <a:chExt cx="3568198" cy="333314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4C402A86-AB2C-425C-A8FA-8CE3FCAB0890}"/>
                  </a:ext>
                </a:extLst>
              </p:cNvPr>
              <p:cNvGrpSpPr/>
              <p:nvPr/>
            </p:nvGrpSpPr>
            <p:grpSpPr>
              <a:xfrm>
                <a:off x="42750" y="93577"/>
                <a:ext cx="3217968" cy="3333141"/>
                <a:chOff x="-191283" y="25043"/>
                <a:chExt cx="3217968" cy="333314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4F25181-7DDF-4FF4-B7FD-8C82A329CB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-191283" y="19079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E07D751-E0EA-4260-8802-1CCE2E281F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86685" y="24224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339F6FE-8B64-4807-9B37-4247BB25B0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88357" y="4231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9359C31B-7429-448A-885E-F541B8CC5B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51301">
                  <a:off x="1810888" y="6456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20B020E-E1A3-4A34-9ECA-EC5CE3949E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01744" y="23163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62309C3-0BA9-4C18-A482-94120AC57F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11183">
                  <a:off x="212174" y="11469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CBAB5A1-C322-483D-B10E-26C2C5445E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730470" y="201586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2538B80-2855-4BF6-BA73-941DD89975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610648" y="11368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39CE474D-1790-4F27-94CE-56D079E662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625754" flipV="1">
                  <a:off x="1217746" y="40558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EA6153F3-7BE8-455A-A464-E18454A689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2170948" y="193007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4053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A058735-21E1-49D2-8E4D-8F5C5537280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E4DD9AF-F69B-524D-B5D5-9B70F757904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FC15C01-E4EF-42D3-BD98-06776B30C9D0}"/>
                </a:ext>
              </a:extLst>
            </p:cNvPr>
            <p:cNvGrpSpPr/>
            <p:nvPr/>
          </p:nvGrpSpPr>
          <p:grpSpPr>
            <a:xfrm>
              <a:off x="5133887" y="1852611"/>
              <a:ext cx="2958606" cy="3463760"/>
              <a:chOff x="4360206" y="384464"/>
              <a:chExt cx="2958606" cy="346376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796ECF4-4529-4D0F-B2A8-98FA91F213A6}"/>
                  </a:ext>
                </a:extLst>
              </p:cNvPr>
              <p:cNvGrpSpPr/>
              <p:nvPr/>
            </p:nvGrpSpPr>
            <p:grpSpPr>
              <a:xfrm>
                <a:off x="4360206" y="384464"/>
                <a:ext cx="2958606" cy="3463760"/>
                <a:chOff x="4456922" y="300855"/>
                <a:chExt cx="2958606" cy="3463760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3D28FCE3-57DD-4707-9934-F4CC3F0C4A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63613">
                  <a:off x="4172923" y="15627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574C7D5-D040-40B3-9EAD-6880109ABA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746933" y="27227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574165E7-4D35-4766-B665-4022A57B85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43403">
                  <a:off x="5372773" y="22979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232A4F46-1139-47C9-9F7D-598FDE29AC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0859">
                  <a:off x="5061706" y="8586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41E06E17-C0F9-43C5-A6AC-776ADF9F93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44544">
                  <a:off x="5933687" y="8235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3E35EBBC-4F75-45D8-A296-F4AF9B19D6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975528" y="25668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60F2A2A6-3354-4517-8603-F3DC556557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96797">
                  <a:off x="4058769" y="24005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74970F66-45E6-437B-AF73-BDD738AC3C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41228" y="6990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906ED9FE-7A94-4915-A843-67570BCA1F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62554">
                  <a:off x="6148561" y="193011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6E33D76-9386-4511-B319-B739ACEFA5C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8116974">
                <a:off x="5437059" y="1361933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72312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071DBC10-BCD1-48D8-BF8D-BC786D6D3F1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D1EF00E-1B9D-B147-A44B-323B700021A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C360053-1D47-496B-A9BE-1E34D52ED608}"/>
                </a:ext>
              </a:extLst>
            </p:cNvPr>
            <p:cNvGrpSpPr/>
            <p:nvPr/>
          </p:nvGrpSpPr>
          <p:grpSpPr>
            <a:xfrm>
              <a:off x="5022119" y="1863759"/>
              <a:ext cx="3281517" cy="3305404"/>
              <a:chOff x="8007606" y="-268733"/>
              <a:chExt cx="3281517" cy="330540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E163AE4-A948-4F57-AFCC-1614F8F1F344}"/>
                  </a:ext>
                </a:extLst>
              </p:cNvPr>
              <p:cNvGrpSpPr/>
              <p:nvPr/>
            </p:nvGrpSpPr>
            <p:grpSpPr>
              <a:xfrm>
                <a:off x="8007606" y="-268733"/>
                <a:ext cx="3181543" cy="3305404"/>
                <a:chOff x="7868870" y="800867"/>
                <a:chExt cx="3181543" cy="330540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6F00480-0915-4805-9B72-32BE99D5CB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05753">
                  <a:off x="9127067" y="18188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F9FCF374-13C6-40DE-916F-0FD02DE851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774637" y="20000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9D996A99-2627-4DB0-8596-CE29BEB944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900191">
                  <a:off x="8362447" y="14060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DA5CE2BC-1600-4122-97DA-31BE3075A7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65893">
                  <a:off x="7864943" y="30644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533E6D21-F56F-49FD-A0B8-5457C674E5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27354" y="28849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0E611231-660E-4A87-8381-BDD51E3DE6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868870" y="12155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D077965E-5ED5-46B0-B842-AE22FEA487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85577">
                  <a:off x="9354559" y="11990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91FFE559-42A2-4DBA-8116-77082A2D37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610413" y="23338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499F2FE-F7BC-4A92-9DEC-1F82272358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089273" y="296104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CBD915C-772C-4EA0-9CC9-C68072D28B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9849123" y="1936886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56211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C3CE2600-15A9-4A7B-8FF7-975C360B1FE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78F84E7-2380-AB4A-807E-D40045CE97E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E37A021-653B-4E92-921E-092A6B37D8FF}"/>
                </a:ext>
              </a:extLst>
            </p:cNvPr>
            <p:cNvGrpSpPr/>
            <p:nvPr/>
          </p:nvGrpSpPr>
          <p:grpSpPr>
            <a:xfrm>
              <a:off x="4815981" y="2131526"/>
              <a:ext cx="2991521" cy="3098188"/>
              <a:chOff x="1307362" y="3582235"/>
              <a:chExt cx="2991521" cy="309818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3E9ED2C-CA0E-4094-BD26-AD01E37E7712}"/>
                  </a:ext>
                </a:extLst>
              </p:cNvPr>
              <p:cNvGrpSpPr/>
              <p:nvPr/>
            </p:nvGrpSpPr>
            <p:grpSpPr>
              <a:xfrm>
                <a:off x="1307362" y="3582235"/>
                <a:ext cx="2991521" cy="3098188"/>
                <a:chOff x="1362711" y="3374348"/>
                <a:chExt cx="2991521" cy="309818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0A46DB56-95D9-46C6-BF00-CCB2502814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818719" y="39972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A35EFD1-9774-4FB0-99C3-EFB7B05528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60056">
                  <a:off x="1362711" y="36283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67DF3304-E38B-438F-81E2-C522913B17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775760" y="48669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D15C5E86-295D-4727-8F8D-6F3947C1E2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145737">
                  <a:off x="3150016" y="54306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1D90608D-E599-4033-B6B4-98EA9134C5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2683">
                  <a:off x="3312386" y="3772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BC0EF20-7331-435D-A230-21F261D178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03809" y="54496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0160A1BE-DD4C-46E6-B4E2-CA32B11706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61649">
                  <a:off x="2335009" y="52355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6F8B97B3-4E77-43ED-9851-4188BDA26B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715741" y="38290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CA439A2-46B6-4CBF-BB25-43B133574F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43048">
                  <a:off x="1408590" y="455312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A4EE5B1-1F7F-41D2-9DC0-CA8C653EC23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3242194" y="465960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55373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41C5E624-3076-459A-9164-8D5D8EF2526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C9E4536-2712-FF4A-AD72-1AA49D09F48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35E9D8A-579F-42E1-ABB4-38CD66EA6AA4}"/>
                </a:ext>
              </a:extLst>
            </p:cNvPr>
            <p:cNvGrpSpPr/>
            <p:nvPr/>
          </p:nvGrpSpPr>
          <p:grpSpPr>
            <a:xfrm>
              <a:off x="5011685" y="2048851"/>
              <a:ext cx="3190661" cy="3150004"/>
              <a:chOff x="6705309" y="3600169"/>
              <a:chExt cx="3190661" cy="315000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9E1BC4C-DB2A-49CD-A81D-026C80E1F7A9}"/>
                  </a:ext>
                </a:extLst>
              </p:cNvPr>
              <p:cNvGrpSpPr/>
              <p:nvPr/>
            </p:nvGrpSpPr>
            <p:grpSpPr>
              <a:xfrm>
                <a:off x="6705309" y="3600169"/>
                <a:ext cx="2996770" cy="3150004"/>
                <a:chOff x="5889096" y="3435856"/>
                <a:chExt cx="2996770" cy="3150004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00B01A2A-1745-4415-8603-AED9E5F060CA}"/>
                    </a:ext>
                  </a:extLst>
                </p:cNvPr>
                <p:cNvGrpSpPr/>
                <p:nvPr/>
              </p:nvGrpSpPr>
              <p:grpSpPr>
                <a:xfrm>
                  <a:off x="5889096" y="3560814"/>
                  <a:ext cx="2996770" cy="3025046"/>
                  <a:chOff x="7497239" y="3741664"/>
                  <a:chExt cx="2996770" cy="3025046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A0198917-E28B-4C25-BE0D-9BF542599F1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7268964" y="46460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849A3912-367A-4920-8A6C-012E3C6D90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379120" y="572486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6D9B1DC7-B04C-4E82-AF19-787A834558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840734">
                    <a:off x="9073707" y="57248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4BA56EDC-40E0-4363-9A50-7441F22044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9204587" y="483111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29CF4B44-11E8-4FB1-8812-14C47EB8DB4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469761" y="54811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66C8E418-0A09-4ED2-BED7-220BE7BE87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036382">
                    <a:off x="7497239" y="37416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E674A187-5304-45C0-AAE8-12AC6FCAFE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054009" y="37831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DD0452BB-F5EA-4B7E-A370-A750681158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32998">
                    <a:off x="7722816" y="5373465"/>
                    <a:ext cx="1511298" cy="67556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44E38042-5BAA-4ACF-91CB-BDAD2C4AF7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037034">
                  <a:off x="6736502" y="383400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D602799-F54E-4702-82ED-4223C641943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8455970" y="4476659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31231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C8FE8265-EE50-4E83-A9D7-16AAD166D90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2EE4D2A-DD84-304F-A762-616839B2935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BC00C4D0-DB48-48DA-8507-E5D29ADF3D3F}"/>
                </a:ext>
              </a:extLst>
            </p:cNvPr>
            <p:cNvGrpSpPr/>
            <p:nvPr/>
          </p:nvGrpSpPr>
          <p:grpSpPr>
            <a:xfrm>
              <a:off x="4933277" y="2034501"/>
              <a:ext cx="2823100" cy="3162802"/>
              <a:chOff x="459170" y="-64446"/>
              <a:chExt cx="2823100" cy="316280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16C857E-1794-455E-A97F-E237EF8C3810}"/>
                  </a:ext>
                </a:extLst>
              </p:cNvPr>
              <p:cNvGrpSpPr/>
              <p:nvPr/>
            </p:nvGrpSpPr>
            <p:grpSpPr>
              <a:xfrm>
                <a:off x="459170" y="-64446"/>
                <a:ext cx="2823100" cy="3123325"/>
                <a:chOff x="105092" y="91499"/>
                <a:chExt cx="2823100" cy="312332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661F5CD-4E33-452E-ADC0-176326D925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49907">
                  <a:off x="55376" y="21152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2B8E7916-D67F-44D0-8C8B-D100A93747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4281" y="4896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98BD44F3-FE6A-4CB3-A748-023902F773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03002">
                  <a:off x="1488192" y="3057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690880E-F850-42C8-980D-009D80A47D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474928" y="10060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B6CB1B7-D96B-4BAF-9CEB-328CD6C282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61384">
                  <a:off x="439239" y="18381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E1B63AD-29ED-4AAB-BA7B-FE3EA55F65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38892">
                  <a:off x="950200" y="21729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9C9263E8-28A0-4709-8197-243909FB09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79085">
                  <a:off x="1023314" y="6198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1689DED1-CC61-4C5B-B6AA-0D00C5A54A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335284">
                  <a:off x="105092" y="11112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6C742B5-98B6-4D59-A919-8FF451588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76989" flipV="1">
                  <a:off x="1860992" y="147614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A6D7159-07D5-4535-8D88-09019318013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7890013">
                <a:off x="2028175" y="2069401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03272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A16C8CC0-7ADD-411B-953E-2175BE95B70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3830E1A-A9C4-D44D-8F15-C9185F3AE23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D830900-6793-43A5-9B8A-9483C769F7C2}"/>
                </a:ext>
              </a:extLst>
            </p:cNvPr>
            <p:cNvGrpSpPr/>
            <p:nvPr/>
          </p:nvGrpSpPr>
          <p:grpSpPr>
            <a:xfrm>
              <a:off x="5112058" y="2057565"/>
              <a:ext cx="2879002" cy="3189785"/>
              <a:chOff x="4398794" y="74694"/>
              <a:chExt cx="2879002" cy="318978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0C35BCD-07C3-4ED2-A873-7A00D3404B8C}"/>
                  </a:ext>
                </a:extLst>
              </p:cNvPr>
              <p:cNvGrpSpPr/>
              <p:nvPr/>
            </p:nvGrpSpPr>
            <p:grpSpPr>
              <a:xfrm>
                <a:off x="4398794" y="74694"/>
                <a:ext cx="2879002" cy="3189785"/>
                <a:chOff x="4456589" y="467472"/>
                <a:chExt cx="2879002" cy="318978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EE7EA7D3-CCBF-4CA4-B5FD-C86ECE7A73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7838">
                  <a:off x="4066506" y="1112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80E51E9-F194-4353-B5CF-C68CB4976E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694887" y="25834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679EC7D-B035-410D-BFD7-D84F1827E4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71638">
                  <a:off x="4226193" y="20904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68E10394-79CD-4CCD-9D2D-2020DFFC17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009586" y="7555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990390F2-AE77-44D2-A9D4-B294D0BC24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416897" y="11993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1C0DB9E-DBF2-47AF-8ACA-092D9788D6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65681">
                  <a:off x="4456589" y="17648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67CDC59E-BB9A-45EC-A162-9EE497BBD5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46752">
                  <a:off x="5937360" y="8656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F8869A5B-6AE7-43F2-AC38-20CB95BBB7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21695">
                  <a:off x="6293745" y="26154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A8A6E077-DB6A-4747-8F31-16034879B3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82465">
                  <a:off x="5801461" y="163693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697F8F2D-AB6F-4F29-AC63-BF97630628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7911485">
                <a:off x="5396931" y="1923242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50805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AD9F3EBA-1BC2-4DBC-B8E4-E4064B09D4F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B3F4602-AA20-BD4A-B4F1-EFE76720EBC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8885233-71AD-4FBD-AF46-207FE4649582}"/>
                </a:ext>
              </a:extLst>
            </p:cNvPr>
            <p:cNvGrpSpPr/>
            <p:nvPr/>
          </p:nvGrpSpPr>
          <p:grpSpPr>
            <a:xfrm>
              <a:off x="4673005" y="2035871"/>
              <a:ext cx="3613990" cy="3128258"/>
              <a:chOff x="7857617" y="115674"/>
              <a:chExt cx="3613990" cy="312825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1AAFFE8-249D-4085-B993-B7F259B307B3}"/>
                  </a:ext>
                </a:extLst>
              </p:cNvPr>
              <p:cNvGrpSpPr/>
              <p:nvPr/>
            </p:nvGrpSpPr>
            <p:grpSpPr>
              <a:xfrm>
                <a:off x="7857617" y="115674"/>
                <a:ext cx="3613990" cy="3128258"/>
                <a:chOff x="7478478" y="969873"/>
                <a:chExt cx="3613990" cy="312825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33315A2-487C-4D3A-9E31-E113E9D9CD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04389">
                  <a:off x="8494722" y="29557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AC8D9E8-2043-4155-8187-2465066FD8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08558">
                  <a:off x="7478478" y="18069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0AD5A3A3-0131-4D6C-9201-03374C2AC9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69313">
                  <a:off x="9484983" y="13619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088A633E-D423-478F-8690-86F3ABD24B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652468" y="21918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4AD7190-2684-4DD6-8A91-97DD5EC1F3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402305">
                  <a:off x="8858417" y="15188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DDED34C6-02EA-4F5D-9E84-C879A320B1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948359" y="1316332"/>
                  <a:ext cx="1336612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22174F0-BFD2-4945-AE48-25354A2DB0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3305">
                  <a:off x="7508399" y="29492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B0D0F81C-87A2-4473-B8A1-469EEC7C5E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295139">
                  <a:off x="9712468" y="30562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C35D7F0-60BA-4EFE-8506-08C7474FF2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46523">
                  <a:off x="8176440" y="241999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1E028CC-9862-495B-9C48-D5A0FA4CDC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9455316" y="1589708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6671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638D23AD-633B-4D5A-A0E2-5728444F0A6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4EE4ECB-F070-CF44-8FC9-43B4450D052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99A1379-471B-42C8-B595-1C518C8495F6}"/>
                </a:ext>
              </a:extLst>
            </p:cNvPr>
            <p:cNvGrpSpPr/>
            <p:nvPr/>
          </p:nvGrpSpPr>
          <p:grpSpPr>
            <a:xfrm>
              <a:off x="4661705" y="1657793"/>
              <a:ext cx="3525626" cy="3534548"/>
              <a:chOff x="1545670" y="3230144"/>
              <a:chExt cx="3525626" cy="353454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CC2EAD5-CC7D-476D-A06D-4B1E6424D7C9}"/>
                  </a:ext>
                </a:extLst>
              </p:cNvPr>
              <p:cNvGrpSpPr/>
              <p:nvPr/>
            </p:nvGrpSpPr>
            <p:grpSpPr>
              <a:xfrm>
                <a:off x="1545670" y="3230144"/>
                <a:ext cx="3525626" cy="3534548"/>
                <a:chOff x="1245377" y="2933472"/>
                <a:chExt cx="3525626" cy="353454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4381E01-A993-4DE0-AB11-4502450177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2153877" y="39992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23E77D67-A409-46AB-87A9-C63A0929C2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331003" y="54690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980A03BE-CEA6-4365-BFA7-8EF2808173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75196">
                  <a:off x="2775760" y="48669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0336D5D-B01A-4A36-A13A-340C644513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489062" y="54261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4B5BCC1-F83F-4FB5-A4FA-7E9F84B3AE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757024" y="33316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0AFE339A-D250-46EB-AD37-1FEFFE0C5D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82296">
                  <a:off x="1539018" y="44667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EE06624-81DC-4ABC-9E1C-84881190A2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2047332" y="51974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5BEE4AC7-4286-4372-9DF9-8175C2ADA4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94808">
                  <a:off x="3320072" y="38984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3F243EC8-260A-48B2-B51F-20DA03E7B6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23589">
                  <a:off x="1245377" y="365053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9A7CA98-6008-43CF-9DE1-964605A0DB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3666356" y="4849243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07907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913116BA-FFF3-401A-B52B-7A729A20825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3BCCEE8-B23C-8547-BF4E-A933D16D2FC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BAFBB14-8A9E-4C61-B69E-CAA115D0AA2A}"/>
                </a:ext>
              </a:extLst>
            </p:cNvPr>
            <p:cNvGrpSpPr/>
            <p:nvPr/>
          </p:nvGrpSpPr>
          <p:grpSpPr>
            <a:xfrm>
              <a:off x="5134823" y="2051656"/>
              <a:ext cx="2755993" cy="3271611"/>
              <a:chOff x="6378433" y="3670527"/>
              <a:chExt cx="2755993" cy="327161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C7B587C-05E7-4571-9956-1571020C236B}"/>
                  </a:ext>
                </a:extLst>
              </p:cNvPr>
              <p:cNvGrpSpPr/>
              <p:nvPr/>
            </p:nvGrpSpPr>
            <p:grpSpPr>
              <a:xfrm>
                <a:off x="6378433" y="3670527"/>
                <a:ext cx="2755993" cy="3271611"/>
                <a:chOff x="6012653" y="3444781"/>
                <a:chExt cx="2755993" cy="3271611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A650D8FC-16EC-4719-BD9A-400B65B54E44}"/>
                    </a:ext>
                  </a:extLst>
                </p:cNvPr>
                <p:cNvGrpSpPr/>
                <p:nvPr/>
              </p:nvGrpSpPr>
              <p:grpSpPr>
                <a:xfrm>
                  <a:off x="6047020" y="3444781"/>
                  <a:ext cx="2721626" cy="3271611"/>
                  <a:chOff x="7655163" y="3625631"/>
                  <a:chExt cx="2721626" cy="3271611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B067024F-1065-4017-98A5-3B9D8DA5A8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900148">
                    <a:off x="7257010" y="49035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49B1B5F4-9B2D-4870-85C0-C4B05EEDF7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233939" y="402378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2665A613-7AF1-4446-AF34-5BE7C00442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433327" y="52820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E126C6FE-00AD-46ED-BE15-FCA356D15C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9334943" y="500094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17E41267-15C4-42A4-B422-447C4508A8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432137">
                    <a:off x="7858318" y="56640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3F1B9D4B-4505-40DA-B8E8-5214DAB7D1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06631">
                    <a:off x="7366800" y="58553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EE15BF1A-1FE5-4FE1-B827-A13F0E063B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849666">
                    <a:off x="8638351" y="43748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9BC1CBED-1A19-44E8-8574-154AD3025C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941759" y="4203345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0E20F57-6E93-4770-A618-F99C04693B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98646">
                  <a:off x="6012653" y="374489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6378BA85-A823-4EA9-98CB-D9F5738224B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3672189">
                <a:off x="7843462" y="579688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85652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87AE20BC-A44D-4D80-901F-F2FBB10FDE4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529B911-1C77-C141-BBC2-64695381DA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B6A8050B-0385-482F-A361-73522B85398D}"/>
                </a:ext>
              </a:extLst>
            </p:cNvPr>
            <p:cNvGrpSpPr/>
            <p:nvPr/>
          </p:nvGrpSpPr>
          <p:grpSpPr>
            <a:xfrm>
              <a:off x="5235584" y="2062670"/>
              <a:ext cx="3140833" cy="3176237"/>
              <a:chOff x="549879" y="237977"/>
              <a:chExt cx="3140833" cy="317623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906FD643-C532-4E5E-81C0-423E60337628}"/>
                  </a:ext>
                </a:extLst>
              </p:cNvPr>
              <p:cNvGrpSpPr/>
              <p:nvPr/>
            </p:nvGrpSpPr>
            <p:grpSpPr>
              <a:xfrm>
                <a:off x="549879" y="237977"/>
                <a:ext cx="3140833" cy="3176237"/>
                <a:chOff x="365084" y="87431"/>
                <a:chExt cx="3140833" cy="317623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D53112BD-D7E7-475A-9CBE-4A2F507DBC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406055">
                  <a:off x="1137866" y="19470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64BFEE37-FB5D-4131-8E28-AE7D19A658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47391">
                  <a:off x="63918" y="4855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54D42014-751F-4227-BE74-03BC9639E0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93905">
                  <a:off x="1875077" y="6655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794BBBE8-C112-40D6-8113-E600354635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65084" y="17969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DBB91C46-3AD0-4A7E-8BFA-3D432E4EE2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13582">
                  <a:off x="1555309" y="21708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AE85A883-29F9-46AE-BBA2-ADEC6A896B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46979">
                  <a:off x="1268774" y="5176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06B8971E-BC0B-44AF-9B7F-18A10DE2EE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4021" y="221464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BD89BB5-44A4-4B1D-97DF-12851CD84B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38678">
                  <a:off x="849" y="1197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88CB4EF-D329-48C1-85E1-DB2B45621F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flipV="1">
                  <a:off x="2065917" y="168173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9C5E01-BAD4-4A94-8243-05F317D5CF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3841010">
                <a:off x="1759745" y="134979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56182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8592E16-60D2-4107-BCF3-9493077E89A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2DECB4B-8CCE-3147-B9D6-FB46FB36AB2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4290B13A-7CF1-4D19-9C9B-7C2B4BFB1F17}"/>
                </a:ext>
              </a:extLst>
            </p:cNvPr>
            <p:cNvGrpSpPr/>
            <p:nvPr/>
          </p:nvGrpSpPr>
          <p:grpSpPr>
            <a:xfrm>
              <a:off x="4567326" y="1964266"/>
              <a:ext cx="3642281" cy="3453734"/>
              <a:chOff x="3702742" y="152945"/>
              <a:chExt cx="3642281" cy="345373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EDA9AC1-2B7B-4385-A3E8-40BA8AA135F3}"/>
                  </a:ext>
                </a:extLst>
              </p:cNvPr>
              <p:cNvGrpSpPr/>
              <p:nvPr/>
            </p:nvGrpSpPr>
            <p:grpSpPr>
              <a:xfrm>
                <a:off x="3702742" y="152945"/>
                <a:ext cx="3359576" cy="3453734"/>
                <a:chOff x="3924593" y="418221"/>
                <a:chExt cx="3359576" cy="345373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594EFE6E-5532-4E69-A5B6-6C9BF8D283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20534" y="8163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0901B22-FBE9-427E-AC79-65DAF323CC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70908" y="15768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7DADB90-18D5-4A6C-9758-5F129F135D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09856">
                  <a:off x="6242323" y="20438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D50B5F18-CCC3-4F4C-9D8B-06CFE995F7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79999" y="13666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11C9C895-1998-41DB-8FAA-87D8FD6498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239225" y="7505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EC9EA25A-CA40-44AE-940F-94705AF320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323838">
                  <a:off x="4841072" y="20882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2E8FC8D-A11E-43F0-9A6C-6C3247A036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588501" y="28301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61907CF-F9AF-4B5E-809E-6EC1FA2379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73425">
                  <a:off x="3924593" y="22733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3D3C2235-020C-4575-AF96-F5DA4E1D84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82895">
                  <a:off x="5519536" y="240741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6617D20-ABCF-47A6-99E3-313FEAD9AE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2949480">
                <a:off x="5905023" y="613793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31442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A31D524B-C87C-466A-B777-345AC9491D2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A8C6C7B-2A8C-5A4B-99AC-DC82E2F6B4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9C018E7-1997-4993-B188-AAC96F5175C8}"/>
                </a:ext>
              </a:extLst>
            </p:cNvPr>
            <p:cNvGrpSpPr/>
            <p:nvPr/>
          </p:nvGrpSpPr>
          <p:grpSpPr>
            <a:xfrm>
              <a:off x="5146235" y="1733633"/>
              <a:ext cx="2731138" cy="3390734"/>
              <a:chOff x="8776745" y="259258"/>
              <a:chExt cx="2731138" cy="339073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807EDE3C-84FA-41A7-8510-5BE6B2EC2444}"/>
                  </a:ext>
                </a:extLst>
              </p:cNvPr>
              <p:cNvGrpSpPr/>
              <p:nvPr/>
            </p:nvGrpSpPr>
            <p:grpSpPr>
              <a:xfrm>
                <a:off x="8776745" y="259258"/>
                <a:ext cx="2731138" cy="3390734"/>
                <a:chOff x="8022243" y="684825"/>
                <a:chExt cx="2731138" cy="339073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44914C6F-3BDC-4CEF-872A-DF33C9769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230593" y="17427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0B2799E-3948-44A1-8ACC-1FFFBC4BD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952630" y="21687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090C4D7-6233-4851-90AA-1154402F88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15892">
                  <a:off x="9604343" y="11291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0D637BA8-D99F-43EA-BCA9-75DE48C9C5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86737">
                  <a:off x="8116837" y="30428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5383E186-DC96-48FC-9F38-1309944207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603873">
                  <a:off x="9439536" y="19846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E9A5814-9A38-4AEF-AAA9-6DAD9074E5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96270">
                  <a:off x="8785966" y="14149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D77A846-F9F9-48EE-A32D-E4763001CC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55939">
                  <a:off x="7624090" y="10829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3FA0B14D-5ADB-4006-A4A8-CDFEBB879F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711535" y="30337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478CD3F-3BA2-4BFF-958C-275F53B3C4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25312">
                  <a:off x="7627848" y="267119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DE1F260-E2A2-413F-8C58-BB5196C9BE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9955866" y="2104265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35764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4E3F226-2B24-4DA3-BFDB-BAB480FED59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06A835E-64CD-FF44-AF7B-A4972B285E9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447021E7-5E6A-4BCB-B539-2E7057058A73}"/>
                </a:ext>
              </a:extLst>
            </p:cNvPr>
            <p:cNvGrpSpPr/>
            <p:nvPr/>
          </p:nvGrpSpPr>
          <p:grpSpPr>
            <a:xfrm>
              <a:off x="4694039" y="2019060"/>
              <a:ext cx="3524215" cy="3161880"/>
              <a:chOff x="1519553" y="3480732"/>
              <a:chExt cx="3524215" cy="316188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46CC855C-9D6C-4E7A-8CB8-ED927DFE9986}"/>
                  </a:ext>
                </a:extLst>
              </p:cNvPr>
              <p:cNvGrpSpPr/>
              <p:nvPr/>
            </p:nvGrpSpPr>
            <p:grpSpPr>
              <a:xfrm>
                <a:off x="1519553" y="3480732"/>
                <a:ext cx="3524215" cy="3161880"/>
                <a:chOff x="1216758" y="3386386"/>
                <a:chExt cx="3524215" cy="3161880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282A0F8-D1CE-4834-AE42-2946FC1B44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316906" y="45952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8738E7D-0060-4E35-8C0C-92E3B48DDA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09450">
                  <a:off x="1216758" y="38388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DC1BEE8B-A585-4BAF-8D00-B12126CBE7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874594" y="52051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B05ACADA-774D-4A64-8A09-0B77F2FA12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882564" y="37845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EFE7FF02-25C4-49BC-93EA-E9830AB115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065964" y="53884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5876991-83EC-48F9-BA01-AED9183588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44214">
                  <a:off x="1614139" y="47005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6DAC206B-56BB-4046-9637-BE095A7A0A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15501">
                  <a:off x="1634736" y="54399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F77475B8-0CAD-472A-AC8F-C17BF3A08B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300973" y="36135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FD6FBF1C-EF87-4645-A0AB-A23FA6DF30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3271347" y="550641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93C4986-37A1-424A-AA5E-2C23751BE0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3075529" y="417912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51892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09EA1CE6-7C00-46A6-B072-CAB7B8D28372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FF4664F-2829-EA4E-9F04-421613F353B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B7B21F2-24A2-40DD-A0F5-313443FDE03A}"/>
                </a:ext>
              </a:extLst>
            </p:cNvPr>
            <p:cNvGrpSpPr/>
            <p:nvPr/>
          </p:nvGrpSpPr>
          <p:grpSpPr>
            <a:xfrm>
              <a:off x="5063220" y="1954048"/>
              <a:ext cx="3270804" cy="3240254"/>
              <a:chOff x="6807209" y="3354759"/>
              <a:chExt cx="3270804" cy="324025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5B3C38D1-5E5D-48FE-9ED5-E5F98490A155}"/>
                  </a:ext>
                </a:extLst>
              </p:cNvPr>
              <p:cNvGrpSpPr/>
              <p:nvPr/>
            </p:nvGrpSpPr>
            <p:grpSpPr>
              <a:xfrm>
                <a:off x="6807209" y="3354759"/>
                <a:ext cx="3021141" cy="3240254"/>
                <a:chOff x="5916601" y="3309928"/>
                <a:chExt cx="3021141" cy="3240254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F1EC53DF-F9A9-454E-866B-F6677129EEB3}"/>
                    </a:ext>
                  </a:extLst>
                </p:cNvPr>
                <p:cNvGrpSpPr/>
                <p:nvPr/>
              </p:nvGrpSpPr>
              <p:grpSpPr>
                <a:xfrm>
                  <a:off x="5916601" y="3475729"/>
                  <a:ext cx="3021141" cy="3074453"/>
                  <a:chOff x="7524744" y="3656579"/>
                  <a:chExt cx="3021141" cy="3074453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C631AB78-7F2B-4823-B7AE-FFCB91099D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524744" y="48640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B73285E0-2508-453C-B296-E2677925B1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433327" y="52820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10C75D40-8FC5-4672-9080-9DD1683FFD8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131321" y="40547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14420072-0927-49FC-99F8-8CD96BCCAD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31808">
                    <a:off x="9105885" y="574358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E4B2125F-275C-4E8D-8489-3B229F3A03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203696">
                    <a:off x="7329678" y="56891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A9CB2AF9-41F5-4C5D-A4CF-7991B9E9EC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603131" y="46685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414E2E8B-AC0C-4DFD-9A03-D5DD4BDAB3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502648">
                    <a:off x="7967965" y="54923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980FE6A2-9592-4206-8A62-9B03CA5080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163884" y="405848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D41B3FC-8E7C-44D9-ACFC-208B33AEC6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096906" y="370808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A66CF21-C7AA-4B01-B443-C329A9521F0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8638013" y="4641214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07023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678D8CCA-405A-471B-AF25-C3EA9950A91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A7D12E0-0596-0B4A-A77B-C4A4F5214EE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75B6B03-402D-424D-BE77-03C700A0D2C8}"/>
                </a:ext>
              </a:extLst>
            </p:cNvPr>
            <p:cNvGrpSpPr/>
            <p:nvPr/>
          </p:nvGrpSpPr>
          <p:grpSpPr>
            <a:xfrm>
              <a:off x="4868823" y="1898512"/>
              <a:ext cx="3222354" cy="3402976"/>
              <a:chOff x="704266" y="137607"/>
              <a:chExt cx="3222354" cy="340297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88FFEB43-083D-409C-B158-56FF06FE1EB5}"/>
                  </a:ext>
                </a:extLst>
              </p:cNvPr>
              <p:cNvGrpSpPr/>
              <p:nvPr/>
            </p:nvGrpSpPr>
            <p:grpSpPr>
              <a:xfrm>
                <a:off x="704266" y="137607"/>
                <a:ext cx="3215958" cy="3402976"/>
                <a:chOff x="58013" y="38898"/>
                <a:chExt cx="3215958" cy="340297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741B42B1-E535-40EF-A69A-0EC3C51CEB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40448" y="23350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29219B87-35F7-4F8B-9BCF-7F3B29584A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490554" y="9232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67339E0E-5B25-4CBE-851B-DF861465E0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647094">
                  <a:off x="1833971" y="12911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23A21164-CC22-48CE-BD1A-9818C13E67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42750">
                  <a:off x="106374" y="4370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29977F6-8765-49F2-BE55-F5151F2738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39835">
                  <a:off x="1261772" y="17779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E4D2EF1-D9AF-4A9C-A74F-470B297272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994554">
                  <a:off x="58013" y="1856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D57AB235-463F-484E-99EB-AD41B8A6CA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2967">
                  <a:off x="996245" y="53957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100647E-93E2-4855-BDDE-71E9657DFE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48516">
                  <a:off x="506068" y="24000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00F8569-084A-43CE-B5DB-A8A9ECC919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 flipV="1">
                  <a:off x="304181" y="118056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805666C-C0AB-4453-96D2-88B84A16B37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2486620" y="616811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64283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E16714F-7CB4-4DB0-ABB4-A8A3D0E45D1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1928C08-A77A-5845-B3D8-D4739CAEF0D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69F10563-BEAE-41AD-A441-41B156322C8F}"/>
                </a:ext>
              </a:extLst>
            </p:cNvPr>
            <p:cNvGrpSpPr/>
            <p:nvPr/>
          </p:nvGrpSpPr>
          <p:grpSpPr>
            <a:xfrm>
              <a:off x="4911644" y="2352257"/>
              <a:ext cx="2847110" cy="2902317"/>
              <a:chOff x="4632714" y="390757"/>
              <a:chExt cx="2847110" cy="290231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E5D0B03-93C3-4CCF-91D6-B17F5EC22839}"/>
                  </a:ext>
                </a:extLst>
              </p:cNvPr>
              <p:cNvGrpSpPr/>
              <p:nvPr/>
            </p:nvGrpSpPr>
            <p:grpSpPr>
              <a:xfrm>
                <a:off x="4632714" y="390757"/>
                <a:ext cx="2847110" cy="2870047"/>
                <a:chOff x="4206604" y="737654"/>
                <a:chExt cx="2847110" cy="287004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2F919FC3-BE57-487F-A521-4A761BED0F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45034">
                  <a:off x="4618301" y="8937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094C41E-81E1-4486-8A4C-F647D8AABD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81666" y="22845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7FBFE46-FC1F-426C-84D2-034272F39D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4267158" y="15765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21DA3E37-3DD6-40FE-8F49-5020145C47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75321">
                  <a:off x="6011868" y="20245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67B74C53-00A0-4BD8-9695-22A9FCD90E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92748">
                  <a:off x="5444710" y="7376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3171C21-61A2-4BDA-A070-E6036D999C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06632">
                  <a:off x="4082429" y="25658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61469701-CB42-4A0E-9930-7C6ADD9ACC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715649" y="24514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88CAC6E-8A22-4CB4-AC22-67F7E7ED11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84243">
                  <a:off x="5893573" y="13150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A1FF679F-F5BD-4A2B-8362-2665818212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899">
                  <a:off x="4206604" y="107806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924C85A8-7E38-427C-8CD7-BF9585B416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6200000">
                <a:off x="6283993" y="2264119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79294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4EFB081C-F10C-4EE5-BFC3-A36412A10D9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611E174-5187-5B46-8172-1711A06DA982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19DADE0-683D-436E-AB6D-A6FCEEF97F1C}"/>
                </a:ext>
              </a:extLst>
            </p:cNvPr>
            <p:cNvGrpSpPr/>
            <p:nvPr/>
          </p:nvGrpSpPr>
          <p:grpSpPr>
            <a:xfrm>
              <a:off x="4811016" y="2131594"/>
              <a:ext cx="3337967" cy="2936811"/>
              <a:chOff x="8792743" y="234347"/>
              <a:chExt cx="3337967" cy="293681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181595A-C197-4A4C-8452-D10DA0726A15}"/>
                  </a:ext>
                </a:extLst>
              </p:cNvPr>
              <p:cNvGrpSpPr/>
              <p:nvPr/>
            </p:nvGrpSpPr>
            <p:grpSpPr>
              <a:xfrm>
                <a:off x="8792743" y="234347"/>
                <a:ext cx="3337967" cy="2936811"/>
                <a:chOff x="7655840" y="1110044"/>
                <a:chExt cx="3337967" cy="293681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CF488E7-8D8B-43AC-BE24-78EE9C3FAF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802395">
                  <a:off x="7765049" y="30050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3C70FBAB-F494-4FAC-9042-330FE01BA8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655840" y="13979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7892C95-3252-46BB-BFEE-0E3AAF4DBD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26769">
                  <a:off x="9077369" y="15727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2C3BE960-776C-437B-AFAA-2C344615E0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635544">
                  <a:off x="8425003" y="11100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515E006D-104B-4D0B-A97D-5C4F92E8F2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558411">
                  <a:off x="9553807" y="30193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2D1BB5D9-4CBD-4C28-B2A6-99CF3E4C72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488419" y="11598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2E65928-0A3A-41C6-8917-60D52AA467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7812662" y="22925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6830501D-CB54-4E47-B83B-70EBEF8F5D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328331" y="2874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915765C3-6448-4529-97BE-A991EFEFD7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06099">
                  <a:off x="9204037" y="255001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74CDDFA-32E9-4A42-A0DE-355FF14EEA7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10629715" y="1173418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07921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492B567F-8B3F-4565-B4A2-83835347772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A646C28-C96D-9741-B7DD-664C7F5D472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B02D007B-645A-49CA-AE3E-9C0FDF9B6826}"/>
                </a:ext>
              </a:extLst>
            </p:cNvPr>
            <p:cNvGrpSpPr/>
            <p:nvPr/>
          </p:nvGrpSpPr>
          <p:grpSpPr>
            <a:xfrm>
              <a:off x="4704851" y="1785320"/>
              <a:ext cx="3084447" cy="3422633"/>
              <a:chOff x="1509527" y="3209740"/>
              <a:chExt cx="3084447" cy="342263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97C848F-FFF6-423F-89F5-BE878348964B}"/>
                  </a:ext>
                </a:extLst>
              </p:cNvPr>
              <p:cNvGrpSpPr/>
              <p:nvPr/>
            </p:nvGrpSpPr>
            <p:grpSpPr>
              <a:xfrm>
                <a:off x="1509527" y="3209740"/>
                <a:ext cx="3084447" cy="3422633"/>
                <a:chOff x="1259659" y="3075011"/>
                <a:chExt cx="3084447" cy="3422633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A1B63F9D-6290-4231-AA5F-88C37A55E9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432192" y="34731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CF370C7-A766-4794-9BF1-6FDD2EF94B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7559">
                  <a:off x="1259659" y="53287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70FBB2A0-E778-4D27-A9E3-EFA98E1D4C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169630">
                  <a:off x="2021101" y="37125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42F33C86-8844-4A3E-B2AA-FA56A7F862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76688">
                  <a:off x="3146701" y="36183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01E48FB3-E864-4C0C-BCC3-BFF5530769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19079">
                  <a:off x="1420566" y="43542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A3DDBD65-B150-4BC7-89F1-D62436C72B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36813">
                  <a:off x="3132099" y="54557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00B3357-8011-44F8-AE5E-F248936407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65239">
                  <a:off x="1666005" y="48611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2CB2E7A-C918-4585-A9FE-F257AE2FB5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44218">
                  <a:off x="3302260" y="43387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F5743BA1-09E1-4FA6-86F9-AB1943972D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60223">
                  <a:off x="2408418" y="52539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26CC886-EAB3-48A7-BA41-9FEC132B7C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7356097">
                <a:off x="3103779" y="475718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83184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17CBA395-D1C1-4A52-9C8C-1B893D422F3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6F3F52C-5263-4249-A449-C8A96D2F38B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6F71F09-4E7A-474F-98D8-EDC18C8269EA}"/>
                </a:ext>
              </a:extLst>
            </p:cNvPr>
            <p:cNvGrpSpPr/>
            <p:nvPr/>
          </p:nvGrpSpPr>
          <p:grpSpPr>
            <a:xfrm>
              <a:off x="5027427" y="1958235"/>
              <a:ext cx="3201892" cy="3474356"/>
              <a:chOff x="5980429" y="3396655"/>
              <a:chExt cx="3201892" cy="347435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FD3F5E04-456A-43C0-8CA8-7856FEC19252}"/>
                  </a:ext>
                </a:extLst>
              </p:cNvPr>
              <p:cNvGrpSpPr/>
              <p:nvPr/>
            </p:nvGrpSpPr>
            <p:grpSpPr>
              <a:xfrm>
                <a:off x="5980429" y="3396655"/>
                <a:ext cx="3201892" cy="3474356"/>
                <a:chOff x="5921331" y="3334263"/>
                <a:chExt cx="3201892" cy="3474356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185D1BE8-DDD6-4F42-A6EA-CF55F178ACA4}"/>
                    </a:ext>
                  </a:extLst>
                </p:cNvPr>
                <p:cNvGrpSpPr/>
                <p:nvPr/>
              </p:nvGrpSpPr>
              <p:grpSpPr>
                <a:xfrm>
                  <a:off x="5921331" y="3334263"/>
                  <a:ext cx="3201892" cy="3474356"/>
                  <a:chOff x="7529474" y="3515113"/>
                  <a:chExt cx="3201892" cy="3474356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0B4C5166-0CDD-4FF9-BF04-B6AB40F1A0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309892" y="53011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2FFF3B09-022E-4011-88EE-7D18DA73A0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73015">
                    <a:off x="7571231" y="48502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B59BA38F-081E-40E7-8350-BD91BFD245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58228">
                    <a:off x="7131321" y="40547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AC75CEEF-F50D-42AB-9D55-0E12718819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607242" y="44029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9E59C8B1-94F5-4A78-A413-8C7A31962F4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531103">
                    <a:off x="9291366" y="52109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6B464036-18B2-40D7-A888-BE93CC9BA0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246530">
                    <a:off x="9297241" y="391326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5B8DD4EE-36CD-474A-AE83-226E641E17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990633">
                    <a:off x="7339543" y="59476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01B7B935-9EA1-4CF5-B4F4-DB4D7424562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930733" y="395501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B4FC2DDE-B69A-4017-A651-8DE0B7FC2F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65597">
                  <a:off x="6570078" y="589048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213D381-615F-4990-9D53-8BA652E7D4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8921847">
                <a:off x="7521188" y="5704642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42164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C7279580-4C3F-486A-81B0-3D81274712B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0A6A346-8DEA-9043-A60C-E0B56DDE602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23C4A1E9-4A95-49EF-B0F3-56C47354AED8}"/>
                </a:ext>
              </a:extLst>
            </p:cNvPr>
            <p:cNvGrpSpPr/>
            <p:nvPr/>
          </p:nvGrpSpPr>
          <p:grpSpPr>
            <a:xfrm>
              <a:off x="4954201" y="1820595"/>
              <a:ext cx="3131108" cy="3471249"/>
              <a:chOff x="137138" y="-122270"/>
              <a:chExt cx="3131108" cy="347124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9CCA6CD9-EC4A-4DF9-8AE1-B89496EE8FBA}"/>
                  </a:ext>
                </a:extLst>
              </p:cNvPr>
              <p:cNvGrpSpPr/>
              <p:nvPr/>
            </p:nvGrpSpPr>
            <p:grpSpPr>
              <a:xfrm>
                <a:off x="137138" y="-122270"/>
                <a:ext cx="3131108" cy="3471249"/>
                <a:chOff x="106189" y="-98709"/>
                <a:chExt cx="3131108" cy="347124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6E436F-492A-4A50-B2C5-C52DAD87DB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78466">
                  <a:off x="1585407" y="22565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0572391-22F6-4EBA-8AC5-DBBC0D1149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06189" y="10987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AECD97E-3CD8-4884-8139-F6D0EADEC5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59907">
                  <a:off x="1810597" y="1368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ADA3AD35-1C47-4EA3-9FD3-45A2A36D09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-165332" y="23306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F34A8DE-EA5C-4749-8DC0-2D170872EE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45784">
                  <a:off x="191519" y="16022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F7AD87B9-E5C2-4CE2-9E1C-D72CA01B0F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797297" y="2853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2198E6B4-ED9B-444A-A561-F46D0FA01A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56098">
                  <a:off x="787868" y="306625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BB5A0B9-B0DE-489C-A80D-509721FDF0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1776">
                  <a:off x="55156" y="5303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B513C690-B14E-4DC2-98F0-E211B366B5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 flipV="1">
                  <a:off x="944663" y="227778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5714D3FC-396E-4088-894A-62C078C9AB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6200000">
                <a:off x="1408111" y="962956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08099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CF238603-23A8-4780-8C4F-F0E144C7B13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79641C9-3BD6-9F4C-B426-0F804B9F7FC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43FE6B3-E57F-4AFF-91D8-86165ABB631A}"/>
                </a:ext>
              </a:extLst>
            </p:cNvPr>
            <p:cNvGrpSpPr/>
            <p:nvPr/>
          </p:nvGrpSpPr>
          <p:grpSpPr>
            <a:xfrm>
              <a:off x="4748562" y="1853173"/>
              <a:ext cx="3389455" cy="3151653"/>
              <a:chOff x="3499987" y="0"/>
              <a:chExt cx="3389455" cy="315165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A9A33FE-8A35-44B6-89DC-1C460514FBF9}"/>
                  </a:ext>
                </a:extLst>
              </p:cNvPr>
              <p:cNvGrpSpPr/>
              <p:nvPr/>
            </p:nvGrpSpPr>
            <p:grpSpPr>
              <a:xfrm>
                <a:off x="3499987" y="0"/>
                <a:ext cx="3389455" cy="3151653"/>
                <a:chOff x="4081823" y="343000"/>
                <a:chExt cx="3389455" cy="3151653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E301DC3-F64C-42EC-952A-58618FEFBF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24668">
                  <a:off x="4683415" y="9071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78225C6-AE9C-4741-BB25-3B6FFBCD7C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031278" y="19255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203D9EE7-DDFA-4111-82CB-46FB7B0219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081823" y="9326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5BE94D2D-F609-4953-BF5D-99CDEC40F3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66888">
                  <a:off x="5533821" y="7411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6FAAB74B-4119-47C4-A62C-3BE375C8C8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31108">
                  <a:off x="4367641" y="16280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81217062-3763-4C44-9638-63EB67C58C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76640">
                  <a:off x="4033649" y="22206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B4B8B16-AAEC-440A-9F61-29AF05546A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559043" y="24528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FA438906-D2A1-43FE-966C-54F8121421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09082">
                  <a:off x="5774514" y="13313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B24D1FB7-021E-44E0-BF5F-EDD163C2D1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38372">
                  <a:off x="5269137" y="205943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1ABD5762-4E22-446B-B920-371355F9DD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5131333" y="227510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41523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F325AE33-C884-4212-A1BC-A639AF56AED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B8E42A2-FFE4-6542-8AF0-27F315A6EAA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77D45D8-5F08-4C20-9F3A-045759F8AFD3}"/>
                </a:ext>
              </a:extLst>
            </p:cNvPr>
            <p:cNvGrpSpPr/>
            <p:nvPr/>
          </p:nvGrpSpPr>
          <p:grpSpPr>
            <a:xfrm>
              <a:off x="5165112" y="2184811"/>
              <a:ext cx="3200954" cy="3084822"/>
              <a:chOff x="7644422" y="344776"/>
              <a:chExt cx="3200954" cy="308482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88210A7-E843-4998-A144-6A3A953B4F0D}"/>
                  </a:ext>
                </a:extLst>
              </p:cNvPr>
              <p:cNvGrpSpPr/>
              <p:nvPr/>
            </p:nvGrpSpPr>
            <p:grpSpPr>
              <a:xfrm>
                <a:off x="7644422" y="344776"/>
                <a:ext cx="3010947" cy="3084822"/>
                <a:chOff x="8022135" y="1121282"/>
                <a:chExt cx="3010947" cy="308482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26526A7C-3409-4C75-A242-20A235DE4A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794013" y="31642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4AFCFC0-340A-458F-BE26-82D537C435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087700" y="12289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F5B43CA3-C983-4E77-8BDC-7523011B14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294871" y="11212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ADD05668-070A-4DF9-80B2-9328AC155C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87702">
                  <a:off x="7623982" y="28421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01D7C48-B5C2-405C-A8C4-69769097C1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44533" y="18968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B153FCE7-44D0-4C4C-844E-EEA621B5DE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96270">
                  <a:off x="8559301" y="14818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5C66D8D-8960-4733-804C-656FF75BDF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64364">
                  <a:off x="9313911" y="25086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96619D34-8BBC-44B4-BC37-9B4EEDA95B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21090">
                  <a:off x="9593082" y="30996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25117A2-6164-4176-BD0F-69BD5C56B5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49764">
                  <a:off x="8067081" y="265260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17944AD1-3293-4D30-9911-0B8EC00D270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9481784">
                <a:off x="9405376" y="1187923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90685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AFA445DA-87DE-43A1-B248-4753EBA0ED6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4446645-E249-9A47-B5AC-97116C0EB74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B68DFDD-7A47-4486-ADB6-06C6E902A5B8}"/>
                </a:ext>
              </a:extLst>
            </p:cNvPr>
            <p:cNvGrpSpPr/>
            <p:nvPr/>
          </p:nvGrpSpPr>
          <p:grpSpPr>
            <a:xfrm>
              <a:off x="4859497" y="1993150"/>
              <a:ext cx="2960274" cy="3377142"/>
              <a:chOff x="1671026" y="3569822"/>
              <a:chExt cx="2960274" cy="337714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CEA6CFF-AFDE-4B32-AAC3-E585E616EB84}"/>
                  </a:ext>
                </a:extLst>
              </p:cNvPr>
              <p:cNvGrpSpPr/>
              <p:nvPr/>
            </p:nvGrpSpPr>
            <p:grpSpPr>
              <a:xfrm>
                <a:off x="1671026" y="3569822"/>
                <a:ext cx="2960274" cy="3377142"/>
                <a:chOff x="1421986" y="3271959"/>
                <a:chExt cx="2960274" cy="337714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384ABC17-A479-4CB3-9D49-AF0D5C40FD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898438" y="35663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A023A63-A84A-4742-86B4-1252D6591E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7894">
                  <a:off x="1454966" y="36701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A6CFB7B-FFB2-4632-A3F0-6A0F859263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028519" y="50479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1D6C2FA3-8173-4195-ACC2-416708D907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3302997" y="39823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4A49C192-E9F9-40CF-BAFB-78565E522D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834145">
                  <a:off x="1912527" y="36884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A4AD1BD-197E-4A73-8D57-D73A3B10CB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96099">
                  <a:off x="1421986" y="45214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9E76418-216A-484D-A223-FBF01F6435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404035" y="53545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9029A8DF-2CD0-4F79-98AA-69C1407FE1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6951">
                  <a:off x="2942260" y="46202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18453DBB-1F12-484A-858A-66EC9D4C28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18885">
                  <a:off x="2427958" y="560725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24605B1-800A-48ED-A23A-2D1CEBD31F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4046501">
                <a:off x="3543690" y="5685175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6649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群組 16">
            <a:extLst>
              <a:ext uri="{FF2B5EF4-FFF2-40B4-BE49-F238E27FC236}">
                <a16:creationId xmlns:a16="http://schemas.microsoft.com/office/drawing/2014/main" id="{43AC64A1-F649-4EB2-B042-D8F1110B16E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D719137-80F3-8448-A0D4-8246B15AFF0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D7F5A16-5AD8-4AD6-A9DE-BA5AD5540582}"/>
                </a:ext>
              </a:extLst>
            </p:cNvPr>
            <p:cNvGrpSpPr/>
            <p:nvPr/>
          </p:nvGrpSpPr>
          <p:grpSpPr>
            <a:xfrm>
              <a:off x="4912364" y="2216103"/>
              <a:ext cx="3294163" cy="2879113"/>
              <a:chOff x="5823689" y="3706867"/>
              <a:chExt cx="3294163" cy="287911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B7ED72CD-C21D-48F7-AFF0-F1BF313A3CDF}"/>
                  </a:ext>
                </a:extLst>
              </p:cNvPr>
              <p:cNvGrpSpPr/>
              <p:nvPr/>
            </p:nvGrpSpPr>
            <p:grpSpPr>
              <a:xfrm>
                <a:off x="5823689" y="3706867"/>
                <a:ext cx="3294163" cy="2879113"/>
                <a:chOff x="5799589" y="3631111"/>
                <a:chExt cx="3294163" cy="2879113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32EFDADE-4B42-4F82-B006-365C81FEAAEE}"/>
                    </a:ext>
                  </a:extLst>
                </p:cNvPr>
                <p:cNvGrpSpPr/>
                <p:nvPr/>
              </p:nvGrpSpPr>
              <p:grpSpPr>
                <a:xfrm>
                  <a:off x="5799589" y="3631111"/>
                  <a:ext cx="3294163" cy="2865275"/>
                  <a:chOff x="7407732" y="3811961"/>
                  <a:chExt cx="3294163" cy="2865275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4624FC1F-1B2B-4091-AF06-1C0FF60C49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032728" y="56883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F372608E-1E50-4C41-95B5-0BE7C2747D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705566">
                    <a:off x="7426795" y="46969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4DB84271-5E8F-4BA0-BE5E-B1BADB931B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093355">
                    <a:off x="7818544" y="563538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ADC53937-C429-40E4-930B-90719BCBFE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049050">
                    <a:off x="9386043" y="42101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7A3DF7F-F5F7-4AE4-AF58-9FA1BC9FF0E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007496" y="43088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7D29799E-3126-4BD9-87B4-70442F0A74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261895" y="495326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F1EEED34-3FFE-4281-B84A-99370F616A1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29293">
                    <a:off x="8844255" y="387416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2D3A9DA5-21F6-4886-8DE5-9E15C56EF9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501634">
                    <a:off x="7407732" y="4009019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C43B0A0-E48A-4166-8F91-3AC7F08A84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22061" y="546837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9924734A-E93A-4CC6-BB6C-5DAAA1B0D4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7156371" y="4998169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50351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25EE5FC9-D6B7-4E3F-B25B-B834ADC13D4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ACF9571-B8A0-C74F-8DF6-8F9F51258FE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BDB0716C-CF16-4D4E-9AE9-BBB7E7D7A747}"/>
                </a:ext>
              </a:extLst>
            </p:cNvPr>
            <p:cNvGrpSpPr/>
            <p:nvPr/>
          </p:nvGrpSpPr>
          <p:grpSpPr>
            <a:xfrm>
              <a:off x="4689927" y="2013827"/>
              <a:ext cx="2947914" cy="3406718"/>
              <a:chOff x="401501" y="145217"/>
              <a:chExt cx="2947914" cy="340671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AA72067-D6B7-4AE4-8BC0-153FE2D36F90}"/>
                  </a:ext>
                </a:extLst>
              </p:cNvPr>
              <p:cNvGrpSpPr/>
              <p:nvPr/>
            </p:nvGrpSpPr>
            <p:grpSpPr>
              <a:xfrm>
                <a:off x="401501" y="145217"/>
                <a:ext cx="2947914" cy="3406718"/>
                <a:chOff x="-185836" y="4242"/>
                <a:chExt cx="2947914" cy="340671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4E85682-13F5-4F59-9271-1BCB8747C9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40357">
                  <a:off x="-35809" y="20878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607B872D-1F69-497D-A8D6-C05BACDAAF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369337" y="4023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10821E7-675D-4A35-B392-E7494B0271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95140">
                  <a:off x="991086" y="23691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68F47D4F-1A7A-4E79-B8A7-4D74FD9699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59907">
                  <a:off x="1704382" y="14845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FA0A320-542B-4702-82F6-5F1E0C1230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93088">
                  <a:off x="1720232" y="22841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8FDBB2E-F5F1-413E-BD71-B74EDB8FB6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-185836" y="11268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852BF9D0-7A0C-4EF2-9169-85A0191CDA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21190">
                  <a:off x="431364" y="61596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1DB55DCB-5F4D-45A1-A772-58F4F086F9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69432">
                  <a:off x="34147" y="3712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FC68B038-7843-4D1C-A071-A085B14A17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099527" flipV="1">
                  <a:off x="300010" y="160623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487B4825-7F40-4405-848E-A40D976B127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6200000">
                <a:off x="2132506" y="1123313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421405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851ECE3-9A7E-4E7C-A583-6C64B53C9CE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C500F9F-5C15-F440-8E9F-C7245D401E0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10389C0-A088-4344-9A29-E783CE5822C7}"/>
                </a:ext>
              </a:extLst>
            </p:cNvPr>
            <p:cNvGrpSpPr/>
            <p:nvPr/>
          </p:nvGrpSpPr>
          <p:grpSpPr>
            <a:xfrm>
              <a:off x="4636422" y="1907579"/>
              <a:ext cx="3363171" cy="3353037"/>
              <a:chOff x="4022498" y="129158"/>
              <a:chExt cx="3363171" cy="335303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907DAEA-F38F-42D1-87E7-1B877ED5B29F}"/>
                  </a:ext>
                </a:extLst>
              </p:cNvPr>
              <p:cNvGrpSpPr/>
              <p:nvPr/>
            </p:nvGrpSpPr>
            <p:grpSpPr>
              <a:xfrm>
                <a:off x="4022498" y="129158"/>
                <a:ext cx="3363171" cy="3353037"/>
                <a:chOff x="3931357" y="297428"/>
                <a:chExt cx="3363171" cy="335303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815DF702-5C90-4F22-A552-45035A06F3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825272">
                  <a:off x="4475871" y="13412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65D39892-E981-4AF0-AFF6-0216FBF84B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397651">
                  <a:off x="5854528" y="1951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2DA25F5-CF41-4436-8821-E3988B6599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8449">
                  <a:off x="4838000" y="8383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1A1D971-CC10-44DC-A20D-B229759171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16008" y="21803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6BF3C23A-4B26-433A-AB60-FA15A4F284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828714" y="6955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21B68BF2-1AB4-4EC4-A273-9E566AF0E8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764328" y="27186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D4A0BE8-D03F-42A8-803E-861253E244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71005">
                  <a:off x="3931357" y="7996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B5BCFB9B-8F0E-4F1A-8EC2-40B4C85B35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602629" y="26086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E89F970-88D0-4560-9035-C0EA54AE1F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42812">
                  <a:off x="6143533" y="135654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6F6A3CB6-3FCE-4AAE-8538-4AE14F261D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5632858" y="1078236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58010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6FBA8AFC-D2FD-4503-8A4D-FFB7DDD158E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AA7F502-BF3E-AD46-BF0E-4423E62684F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B1E3F0E5-740D-42D0-81F2-BEAEC3D5F317}"/>
                </a:ext>
              </a:extLst>
            </p:cNvPr>
            <p:cNvGrpSpPr/>
            <p:nvPr/>
          </p:nvGrpSpPr>
          <p:grpSpPr>
            <a:xfrm>
              <a:off x="4826237" y="2289166"/>
              <a:ext cx="3030689" cy="2853020"/>
              <a:chOff x="8671728" y="867233"/>
              <a:chExt cx="3030689" cy="285302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8AC20AF-7C02-4506-B75A-6D46B3004039}"/>
                  </a:ext>
                </a:extLst>
              </p:cNvPr>
              <p:cNvGrpSpPr/>
              <p:nvPr/>
            </p:nvGrpSpPr>
            <p:grpSpPr>
              <a:xfrm>
                <a:off x="8671728" y="867233"/>
                <a:ext cx="3030689" cy="2853020"/>
                <a:chOff x="7682935" y="1185303"/>
                <a:chExt cx="3030689" cy="2853020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61675345-DFA0-4631-A431-F6438FA05C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68859" y="24126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2D8E0DFE-8C33-47C5-8266-433B253992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65682">
                  <a:off x="7977913" y="32364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A08ED7A-64B2-435D-8104-8ED1E5858B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671778" y="18567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7907840C-3ECD-4B5A-93DC-68FC238DED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7965852" y="19916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E4694DB6-BDF5-496D-9FD8-FA434B1F3D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153432" y="11853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23460CCF-6942-4B1F-960B-8C3BCB3F0A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005468" y="29964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1FA9D418-EB05-46F6-9E5F-7DB735F255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54425">
                  <a:off x="8578719" y="11921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566CC362-457B-41E9-B5E0-3B83FB8F98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682935" y="12869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33835B71-5D89-47DC-AE15-06E9B520D5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55629">
                  <a:off x="9654965" y="298323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EF6EBB31-5324-46E9-B717-B4BB4BC895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3731290">
                <a:off x="10248560" y="1984591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339342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92594D97-E370-4B12-9AC8-CC4C804F052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452302C-251E-5C40-B8E4-EC6AB01A3B3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23FC8FF6-3494-4312-BFF8-7A5D06D587D2}"/>
                </a:ext>
              </a:extLst>
            </p:cNvPr>
            <p:cNvGrpSpPr/>
            <p:nvPr/>
          </p:nvGrpSpPr>
          <p:grpSpPr>
            <a:xfrm>
              <a:off x="5039257" y="1962630"/>
              <a:ext cx="3374460" cy="2888469"/>
              <a:chOff x="1814279" y="3500480"/>
              <a:chExt cx="3374460" cy="288846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4C5CB9D0-0D6E-4E5A-979A-1FDC295023F6}"/>
                  </a:ext>
                </a:extLst>
              </p:cNvPr>
              <p:cNvGrpSpPr/>
              <p:nvPr/>
            </p:nvGrpSpPr>
            <p:grpSpPr>
              <a:xfrm>
                <a:off x="1814279" y="3500480"/>
                <a:ext cx="3374460" cy="2888469"/>
                <a:chOff x="1602233" y="3236091"/>
                <a:chExt cx="3374460" cy="288846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4F65F25-29D5-4B21-94A5-13E9E834F8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2690584" y="34628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483AD562-E081-4D46-A683-7BAC0B95D2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278274" y="49076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ABA9D00-95EC-417D-971E-538E2CFF8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429833">
                  <a:off x="3536693" y="53489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D54186F4-EF6E-4CED-82CC-458E161C9E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02233" y="54265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86BA26A9-5C46-40E5-8731-2B7434D355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382869" y="36770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F6CCBC37-CF45-449A-8EC5-A19B02DBD2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64043" y="39314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9B28EAF-6EC9-4C57-8065-8A433F33E8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486326">
                  <a:off x="1459941" y="47192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4CD14EA-3F4D-4F18-A10E-23A9730400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37311">
                  <a:off x="3375694" y="36342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181ED003-9FE4-4D5C-A98E-A9BDCDD6AE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19166">
                  <a:off x="2826887" y="548086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0B785E5-A733-43CE-95E5-F51CFDB22D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8850441">
                <a:off x="3271603" y="4760133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659177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D74529D7-173D-4644-A0CA-8CBA9E93B11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3102892-3399-4E42-98CA-769C9A37BCA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9D3457A-9C70-403D-8FB4-E7445260943B}"/>
                </a:ext>
              </a:extLst>
            </p:cNvPr>
            <p:cNvGrpSpPr/>
            <p:nvPr/>
          </p:nvGrpSpPr>
          <p:grpSpPr>
            <a:xfrm>
              <a:off x="4916990" y="1941703"/>
              <a:ext cx="3380090" cy="3372932"/>
              <a:chOff x="6049209" y="3923149"/>
              <a:chExt cx="3380090" cy="337293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0AB7A154-3494-46B5-A01C-EAE87E52F68B}"/>
                  </a:ext>
                </a:extLst>
              </p:cNvPr>
              <p:cNvGrpSpPr/>
              <p:nvPr/>
            </p:nvGrpSpPr>
            <p:grpSpPr>
              <a:xfrm>
                <a:off x="6049209" y="3923149"/>
                <a:ext cx="3380090" cy="2993227"/>
                <a:chOff x="5766985" y="3319343"/>
                <a:chExt cx="3380090" cy="2993227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0E8A63DD-1EA5-46C8-9B2F-4CFD90714CA5}"/>
                    </a:ext>
                  </a:extLst>
                </p:cNvPr>
                <p:cNvGrpSpPr/>
                <p:nvPr/>
              </p:nvGrpSpPr>
              <p:grpSpPr>
                <a:xfrm>
                  <a:off x="5766985" y="3319343"/>
                  <a:ext cx="3380090" cy="2993227"/>
                  <a:chOff x="7375128" y="3500193"/>
                  <a:chExt cx="3380090" cy="2993227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A7364A80-AA4A-4EF2-A56F-7C0C53F0260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846455" y="44493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AA991EC-7727-4D11-B9BA-EE5347F93EB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418993" y="57295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A6859CE1-66D8-4911-B3E5-669BA0A5E14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093355">
                    <a:off x="8096215" y="38983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FD78CAC2-3073-4338-AF54-897965ADEA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75088">
                    <a:off x="9400015" y="410538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F88F398A-B01D-40D7-939D-D1D9E49B57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255866">
                    <a:off x="7440957" y="465145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47E6C39E-C277-49DA-AF3F-C8E068B32F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315218" y="54029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30CD2A5A-FFF9-4862-9276-4FEE0161BD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29293">
                    <a:off x="7375128" y="42327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F33340E4-229B-45EF-ADD7-5CE99F427F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464084">
                    <a:off x="8456655" y="5451573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A5DB876-6CD2-4888-B916-E1437DFA8C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570283" y="496242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0DF3578-8AF0-434E-85C4-E800EC6DB51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7360968" y="6267126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680714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5C1D30D7-A8D5-43CE-9E4C-BF804A80D2C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A76B3C0-64AA-5E43-A9D7-44E6223B28E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BD11933-AE8F-4C76-8D89-38B7CC7A1D18}"/>
                </a:ext>
              </a:extLst>
            </p:cNvPr>
            <p:cNvGrpSpPr/>
            <p:nvPr/>
          </p:nvGrpSpPr>
          <p:grpSpPr>
            <a:xfrm>
              <a:off x="4631605" y="1996800"/>
              <a:ext cx="3458259" cy="3173998"/>
              <a:chOff x="563934" y="72728"/>
              <a:chExt cx="3458259" cy="317399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6F886C08-A5B1-4E68-9560-24F8BC5B9E2F}"/>
                  </a:ext>
                </a:extLst>
              </p:cNvPr>
              <p:cNvGrpSpPr/>
              <p:nvPr/>
            </p:nvGrpSpPr>
            <p:grpSpPr>
              <a:xfrm>
                <a:off x="563934" y="72728"/>
                <a:ext cx="3356297" cy="3173998"/>
                <a:chOff x="-213290" y="63805"/>
                <a:chExt cx="3356297" cy="317399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5F8A4B01-3193-4AE7-A937-7C756154C7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714543" y="9151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34578ACF-6753-484B-89ED-1F740E809D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02334">
                  <a:off x="1703007" y="3628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FF46F43B-B1EE-4A06-BAF6-F85F00DF3B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439877" y="23202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3631A5AB-D72A-48AA-B884-FBA49480FC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36100" y="17515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94022B3-E551-46F6-A7B9-5552EE0070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-17906" y="2195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8D1D75C6-68D3-4C26-836C-4D45B1937D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36722">
                  <a:off x="-109039" y="14228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DFFCDFF0-DDBA-4F19-8A62-D875470DE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33175">
                  <a:off x="-213290" y="81061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AD44F0D4-DE5B-48F0-84BC-DCAFE9DA0F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25038" y="4619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A85A29B-3A2E-4613-8B97-70B8EE4E2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 flipV="1">
                  <a:off x="1009129" y="72930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5CF37E29-00F9-42AA-8D4F-52CCA90E46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2582193" y="1709952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603080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3217D49-6684-4610-8751-C7CA5BB2F5D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0CA6EA5-3027-4B47-A9C6-C835E01FE12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DA7D0FD5-7901-471F-95BE-D1ACCD409293}"/>
                </a:ext>
              </a:extLst>
            </p:cNvPr>
            <p:cNvGrpSpPr/>
            <p:nvPr/>
          </p:nvGrpSpPr>
          <p:grpSpPr>
            <a:xfrm>
              <a:off x="4707680" y="2319930"/>
              <a:ext cx="3350349" cy="2560139"/>
              <a:chOff x="4264598" y="808461"/>
              <a:chExt cx="3350349" cy="256013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BE1F548F-049C-4F45-921B-0D39944BA99A}"/>
                  </a:ext>
                </a:extLst>
              </p:cNvPr>
              <p:cNvGrpSpPr/>
              <p:nvPr/>
            </p:nvGrpSpPr>
            <p:grpSpPr>
              <a:xfrm>
                <a:off x="4264598" y="812303"/>
                <a:ext cx="3350349" cy="2556297"/>
                <a:chOff x="4037951" y="726855"/>
                <a:chExt cx="3350349" cy="255629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33F767A-A988-4E42-8AB3-5FDE080340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869176">
                  <a:off x="4037951" y="9203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D9A8352-9423-41D6-8EBB-EAE193702C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930951" y="7685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A69CAD2-1E6F-4540-B159-EDEC09A92A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215963">
                  <a:off x="5789743" y="19347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F29C78F-8497-46D0-A19D-7DB63E0DFE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60941">
                  <a:off x="4423336" y="17040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CEA1CF5-19E8-4E64-A16C-7857A2B61D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01725">
                  <a:off x="5948300" y="26305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4BBD73A7-4A6D-43E5-B162-AD0E53D1BB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076917" y="22413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86C36939-A0B1-4510-B2F3-BCB8A53A8B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147268" y="23596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78235341-4386-4627-933F-820BA7AEDE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348056">
                  <a:off x="4425932" y="26305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BE75B1FF-AD87-4BF2-9BFD-9694E4CC72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68407">
                  <a:off x="6153609" y="112500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565067EC-65E1-4731-9DEA-36E2CCF8D1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3516369">
                <a:off x="5685898" y="1219506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492363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26AF8319-32A2-4752-8E29-8424AE564EF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B18F966-4353-F544-8D40-864E8A45EE6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B32557D-30BA-484E-AD54-A1500711852C}"/>
                </a:ext>
              </a:extLst>
            </p:cNvPr>
            <p:cNvGrpSpPr/>
            <p:nvPr/>
          </p:nvGrpSpPr>
          <p:grpSpPr>
            <a:xfrm>
              <a:off x="4545812" y="2224314"/>
              <a:ext cx="3566224" cy="2965820"/>
              <a:chOff x="8371790" y="738368"/>
              <a:chExt cx="3566224" cy="296582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039BEDD1-C884-42C4-B693-045E3C31C5F5}"/>
                  </a:ext>
                </a:extLst>
              </p:cNvPr>
              <p:cNvGrpSpPr/>
              <p:nvPr/>
            </p:nvGrpSpPr>
            <p:grpSpPr>
              <a:xfrm>
                <a:off x="8371790" y="847501"/>
                <a:ext cx="3566224" cy="2856687"/>
                <a:chOff x="7389186" y="1248378"/>
                <a:chExt cx="3566224" cy="285668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087DF0D-971A-47F0-91DA-1E47579D81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06285">
                  <a:off x="9644836" y="16614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30530FA6-E5E3-4026-BF45-948BAC79AF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4734">
                  <a:off x="8353842" y="32897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140A0BD2-4C44-46C2-BC69-F195D9E922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935936" y="26143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08162A40-8C5B-4045-9ED0-983273CC14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9515410" y="23125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9C1EC1C6-47EA-46DC-8C35-4F1B78359D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152610" y="18496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8A52B4E2-8A47-41AE-AE92-5C5A53CAE9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76377">
                  <a:off x="7389186" y="18438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E3067BA-2C42-4E7C-A47C-2DF2568DAE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05191">
                  <a:off x="9522073" y="30632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01203C18-BDEC-47BE-A779-E53C2A237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54425">
                  <a:off x="8258275" y="19144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97EC8DF-F04B-4887-88E9-136337F95B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233262" y="124837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4DEBB2A-E2B3-457B-8720-74D74F31A2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9980366" y="738368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393401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BDC57A3E-3A6C-413D-8687-77AFFB3EEE6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EC28B43-7324-DA40-A7E7-C184C5453C0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D630CB2-EF1E-4A29-BC64-1703F6F25C91}"/>
                </a:ext>
              </a:extLst>
            </p:cNvPr>
            <p:cNvGrpSpPr/>
            <p:nvPr/>
          </p:nvGrpSpPr>
          <p:grpSpPr>
            <a:xfrm>
              <a:off x="4962674" y="1852236"/>
              <a:ext cx="3034651" cy="3153528"/>
              <a:chOff x="2137823" y="3574793"/>
              <a:chExt cx="3034651" cy="315352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D410CDE-3C28-4A7F-8428-DA6693AD7CC3}"/>
                  </a:ext>
                </a:extLst>
              </p:cNvPr>
              <p:cNvGrpSpPr/>
              <p:nvPr/>
            </p:nvGrpSpPr>
            <p:grpSpPr>
              <a:xfrm>
                <a:off x="2137823" y="3574793"/>
                <a:ext cx="3034651" cy="3153528"/>
                <a:chOff x="1498611" y="3239820"/>
                <a:chExt cx="3034651" cy="315352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806F9634-A007-463D-96CD-1CA83D0E3E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403533">
                  <a:off x="2213837" y="36304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7E4F156-D0E3-43C1-909B-49D98F2225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792347" y="5351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F177F0A-9DC8-4CA7-BA47-A740588E2E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093262" y="55464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4CC92F03-4C06-4053-8977-D76FF830E3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748356">
                  <a:off x="2574936" y="52104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E4A7EF6B-97DF-4CA6-A303-F75002EA22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97909">
                  <a:off x="1282076" y="37572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02EF8BF-8E12-4E38-B316-24B8824294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91992">
                  <a:off x="3185454" y="3637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F5DE1330-F92E-4C78-A702-7006442E80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69334">
                  <a:off x="1498611" y="50562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7CBC48F-2904-4C26-9E57-A28B0491E0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29292">
                  <a:off x="3270834" y="48905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A8615D84-9FDB-4AC0-ACC5-F58793E8BB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671516" y="424345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69363F81-4369-440E-A441-4FA434B78E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8221947">
                <a:off x="3605706" y="4512518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46350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12FCAAF3-248A-4534-9B75-E26B0CA0AA5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305241B-7345-4E40-86D4-CCFEBE56235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7EC156A-624D-4C62-9CDA-0C6687FCA45A}"/>
                </a:ext>
              </a:extLst>
            </p:cNvPr>
            <p:cNvGrpSpPr/>
            <p:nvPr/>
          </p:nvGrpSpPr>
          <p:grpSpPr>
            <a:xfrm>
              <a:off x="4858344" y="1932831"/>
              <a:ext cx="3243312" cy="2992337"/>
              <a:chOff x="6344877" y="4042623"/>
              <a:chExt cx="3243312" cy="299233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DCFB2832-7041-4927-8078-F5CED9AD76EC}"/>
                  </a:ext>
                </a:extLst>
              </p:cNvPr>
              <p:cNvGrpSpPr/>
              <p:nvPr/>
            </p:nvGrpSpPr>
            <p:grpSpPr>
              <a:xfrm>
                <a:off x="6344877" y="4042623"/>
                <a:ext cx="3190471" cy="2858393"/>
                <a:chOff x="5670966" y="3319343"/>
                <a:chExt cx="3190471" cy="2858393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F714E06E-E864-4E8B-9BFC-B3CBB2B8C6D0}"/>
                    </a:ext>
                  </a:extLst>
                </p:cNvPr>
                <p:cNvGrpSpPr/>
                <p:nvPr/>
              </p:nvGrpSpPr>
              <p:grpSpPr>
                <a:xfrm>
                  <a:off x="5670966" y="3319343"/>
                  <a:ext cx="3153716" cy="2858393"/>
                  <a:chOff x="7279109" y="3500193"/>
                  <a:chExt cx="3153716" cy="2858393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BE6B240D-660A-4AB9-9CEF-E28D36136B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808266" y="43081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3A830F1-6CA8-4E1C-B6EF-C9EBBE5B7D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586847" y="57148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9A016AE-0D3C-4071-9C8F-49D6B05709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75379">
                    <a:off x="8096215" y="38983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A5F01857-37BC-4610-A7C5-A4426350D1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75088">
                    <a:off x="7930932" y="445376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757EC5D8-AFDD-43EC-96AA-F45AF2E31E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390979" y="50205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80B832AC-911D-4A59-8DAD-0387063266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650577">
                    <a:off x="7279109" y="52214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82482D5E-EF2C-47DC-8279-505213427C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299401" y="39980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EF4D79D2-ED1D-4CF8-8908-E8E07304DD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47310">
                    <a:off x="8752677" y="549843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FB632EE-012A-469A-B982-FAD959988F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25899">
                  <a:off x="7819591" y="383146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C6CFF80-D85D-4238-856C-2E1432B199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3040171">
                <a:off x="8148189" y="641705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012732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C4293C73-1B77-4A3B-A57B-FBE9AD2C3F5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3B1143B-E435-B048-97C5-C53DB464AD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7F96577-9F64-4DF2-B9AD-6DAC8E25D016}"/>
                </a:ext>
              </a:extLst>
            </p:cNvPr>
            <p:cNvGrpSpPr/>
            <p:nvPr/>
          </p:nvGrpSpPr>
          <p:grpSpPr>
            <a:xfrm>
              <a:off x="4977896" y="2177185"/>
              <a:ext cx="3004208" cy="2935424"/>
              <a:chOff x="755164" y="165635"/>
              <a:chExt cx="3004208" cy="293542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FCF8141E-84E4-45F1-A61C-6FFA1EE3096D}"/>
                  </a:ext>
                </a:extLst>
              </p:cNvPr>
              <p:cNvGrpSpPr/>
              <p:nvPr/>
            </p:nvGrpSpPr>
            <p:grpSpPr>
              <a:xfrm>
                <a:off x="755164" y="165635"/>
                <a:ext cx="3004208" cy="2935424"/>
                <a:chOff x="106246" y="218766"/>
                <a:chExt cx="3004208" cy="293542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DF476313-682C-4ED5-91DB-B35A939E69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56525">
                  <a:off x="1626501" y="13798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1107566-41CF-44D3-8E2F-55009FFD5E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91684">
                  <a:off x="-291907" y="10705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155E5C18-B35C-4C94-BF34-10EDBF8107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402701">
                  <a:off x="1670454" y="25104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ECD5D044-631A-4C04-8C34-4C338766C1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06401">
                  <a:off x="1055622" y="7581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5A2EFFC-55B0-4E5F-A54B-071CAD7E88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77990" y="2187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59AC02A-5AB6-4205-8CD8-930DE8219D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3827" y="19751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5557001-43AF-4833-A553-62FBF4CC33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641568" y="3434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B76C7E72-EB60-4D17-BC55-CCD273C984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69323">
                  <a:off x="394094" y="59121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052D1EC-93E6-45D7-9A00-E045401435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5342">
                  <a:off x="678515" y="224179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E7E23BD-F403-4FC7-87B3-01E5D1F17C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881545" y="1592941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08632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群組 26">
            <a:extLst>
              <a:ext uri="{FF2B5EF4-FFF2-40B4-BE49-F238E27FC236}">
                <a16:creationId xmlns:a16="http://schemas.microsoft.com/office/drawing/2014/main" id="{C8C4B6B0-8ADF-4B35-9484-6BF14CA82B4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447552C-7DAF-A84F-A8D2-58307146B46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B0B2AA7C-3B02-4710-87FE-82C05BACB28F}"/>
                </a:ext>
              </a:extLst>
            </p:cNvPr>
            <p:cNvGrpSpPr/>
            <p:nvPr/>
          </p:nvGrpSpPr>
          <p:grpSpPr>
            <a:xfrm>
              <a:off x="4568576" y="1656677"/>
              <a:ext cx="3733199" cy="3584496"/>
              <a:chOff x="3506792" y="502990"/>
              <a:chExt cx="3733199" cy="3584496"/>
            </a:xfrm>
          </p:grpSpPr>
          <p:grpSp>
            <p:nvGrpSpPr>
              <p:cNvPr id="16" name="群組 15">
                <a:extLst>
                  <a:ext uri="{FF2B5EF4-FFF2-40B4-BE49-F238E27FC236}">
                    <a16:creationId xmlns:a16="http://schemas.microsoft.com/office/drawing/2014/main" id="{D7177D89-44B8-4A17-BE68-1CD7FA1A0147}"/>
                  </a:ext>
                </a:extLst>
              </p:cNvPr>
              <p:cNvGrpSpPr/>
              <p:nvPr/>
            </p:nvGrpSpPr>
            <p:grpSpPr>
              <a:xfrm>
                <a:off x="3506792" y="502990"/>
                <a:ext cx="3733199" cy="3584496"/>
                <a:chOff x="3922153" y="58223"/>
                <a:chExt cx="3733199" cy="3584496"/>
              </a:xfrm>
            </p:grpSpPr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B14D2CCF-70EA-47DE-8789-57712C8F06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86706">
                  <a:off x="4037951" y="9203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59ABE89A-D857-4EAE-9E00-A50073320F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14807">
                  <a:off x="5032034" y="9493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68215F0B-9388-4EA1-994F-9DAB44DD4A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789536" y="18197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7C75B99F-F4FA-47D2-8385-0511C2ACC0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76543">
                  <a:off x="5626195" y="4563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A79CF07B-8BB2-40F2-BB6A-2B67AACA0B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29435">
                  <a:off x="6215352" y="11991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31F4F17F-9D52-4AED-8D0E-AFE06E0AD4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21239">
                  <a:off x="6106761" y="26008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047EFF6B-898F-482D-ACD5-0F1F1DC63A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099122" y="21630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26D27116-B065-4D6C-943B-65A9CE7DC6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58082">
                  <a:off x="3922153" y="19699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9DF796F4-9FF2-40F2-940B-8D222BEAE8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58236">
                  <a:off x="6140066" y="209208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B31350A8-A42A-4136-B886-150ACF4F7C7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9488503">
                <a:off x="4041751" y="299740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19072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76F00095-13FE-4970-BCA4-33CB426158B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F197A46-718A-D44C-B86C-F4BC275B8F3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ECC1441-970E-4A3C-B15E-E6992C8D5FA1}"/>
                </a:ext>
              </a:extLst>
            </p:cNvPr>
            <p:cNvGrpSpPr/>
            <p:nvPr/>
          </p:nvGrpSpPr>
          <p:grpSpPr>
            <a:xfrm>
              <a:off x="4929036" y="1950761"/>
              <a:ext cx="3469538" cy="3624374"/>
              <a:chOff x="8149904" y="205138"/>
              <a:chExt cx="3469538" cy="362437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C782DB5-B5B7-4740-B717-4B94424AE894}"/>
                  </a:ext>
                </a:extLst>
              </p:cNvPr>
              <p:cNvGrpSpPr/>
              <p:nvPr/>
            </p:nvGrpSpPr>
            <p:grpSpPr>
              <a:xfrm>
                <a:off x="8149904" y="205138"/>
                <a:ext cx="3469538" cy="3624374"/>
                <a:chOff x="7794672" y="862409"/>
                <a:chExt cx="3469538" cy="362437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981898F-BBB4-4244-8538-DD16E4276F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00007">
                  <a:off x="9075614" y="11343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B3A40BDC-2399-438E-8D7F-4C9005BBDC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57711">
                  <a:off x="9075614" y="34449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DCAC96D1-768C-4C57-9F17-8AF00C9A68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17177">
                  <a:off x="8233262" y="28218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D5A14465-773B-4728-B3AA-267F4F7516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7893541" y="17079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ABB4E3DA-6380-42E3-97F2-39230EF48B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281939" y="20583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BD9712B4-CAD7-4243-ABF6-5979FF8FC7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12988">
                  <a:off x="9474457" y="27961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BA64BB3-5285-487F-9992-9F2FAB66CD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824210" y="16203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AB16939-0F25-454B-BCF7-BA6B196206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794672" y="24287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A270B123-24CA-4D3A-AB8D-2F198D7C1A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63413" y="126056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FCF90313-C24E-47BC-8008-313D304FF6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8034986" y="2427688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692039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96AF3D6-6EDD-488F-83F3-9C5715D8857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F6178CE-F12E-3D44-9655-459FA972C83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4E58F37D-A303-4D2F-8B08-7FB03DD7FFBA}"/>
                </a:ext>
              </a:extLst>
            </p:cNvPr>
            <p:cNvGrpSpPr/>
            <p:nvPr/>
          </p:nvGrpSpPr>
          <p:grpSpPr>
            <a:xfrm>
              <a:off x="4839448" y="1778449"/>
              <a:ext cx="3090276" cy="3221592"/>
              <a:chOff x="1421698" y="3210145"/>
              <a:chExt cx="3090276" cy="322159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FED14CC4-00F6-4D31-8F8C-8F5BB1D1CBB0}"/>
                  </a:ext>
                </a:extLst>
              </p:cNvPr>
              <p:cNvGrpSpPr/>
              <p:nvPr/>
            </p:nvGrpSpPr>
            <p:grpSpPr>
              <a:xfrm>
                <a:off x="1421698" y="3210145"/>
                <a:ext cx="3090276" cy="3221592"/>
                <a:chOff x="1418286" y="3072513"/>
                <a:chExt cx="3090276" cy="322159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A79701A-9F7F-4A20-9EC5-D5E0AC65A6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213837" y="36304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21D9A5B-F816-4BE6-80C6-6079F6F445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08804">
                  <a:off x="2292729" y="51504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5DD3265F-D4B9-4117-A380-5A8ADD0D52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21613">
                  <a:off x="1534748" y="52522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F0FF0193-B36E-42C7-A1F7-0DED07B5FA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602774" y="34706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DBBF6EA-ABC1-4B31-AC0B-154B755918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71977">
                  <a:off x="3185454" y="3637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22DA0FC1-A7D5-46B8-AA4B-99CF81384D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068562" y="48140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9071B3D2-6C26-41DB-B827-403977F4FF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987684" y="39551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9A8873A8-8470-40E1-8D2E-ACA950CAD8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79674">
                  <a:off x="1418286" y="43235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AF8410AE-CE1D-46EC-A5DD-4FDD7E1639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86154">
                  <a:off x="3055887" y="552913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4637899-AB72-40D1-BCF3-99E3F0B84C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3654416">
                <a:off x="1815478" y="456122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4078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F99691C2-4695-4F3A-B8D1-01EAA742077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BDB34E4-C938-AA44-AFA0-7F081E24121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FB67EB2-420A-4E59-A366-155B0FC79D30}"/>
                </a:ext>
              </a:extLst>
            </p:cNvPr>
            <p:cNvGrpSpPr/>
            <p:nvPr/>
          </p:nvGrpSpPr>
          <p:grpSpPr>
            <a:xfrm>
              <a:off x="4618433" y="2132103"/>
              <a:ext cx="3691329" cy="3190228"/>
              <a:chOff x="5675476" y="3294703"/>
              <a:chExt cx="3691329" cy="319022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AB5964E-36BC-406E-8260-A29E37E0BAAD}"/>
                  </a:ext>
                </a:extLst>
              </p:cNvPr>
              <p:cNvGrpSpPr/>
              <p:nvPr/>
            </p:nvGrpSpPr>
            <p:grpSpPr>
              <a:xfrm>
                <a:off x="5675476" y="3294703"/>
                <a:ext cx="3691329" cy="3190228"/>
                <a:chOff x="5484397" y="3512237"/>
                <a:chExt cx="3691329" cy="3190228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F4786D82-45D9-4247-82FA-E84C98DF0F8A}"/>
                    </a:ext>
                  </a:extLst>
                </p:cNvPr>
                <p:cNvGrpSpPr/>
                <p:nvPr/>
              </p:nvGrpSpPr>
              <p:grpSpPr>
                <a:xfrm>
                  <a:off x="5484397" y="3512237"/>
                  <a:ext cx="3691329" cy="2728644"/>
                  <a:chOff x="7092540" y="3693087"/>
                  <a:chExt cx="3691329" cy="2728644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6488DD7B-F280-4412-9457-033272C912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964887" y="47819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274C9506-57AD-4B98-9CD5-3A62740771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64725">
                    <a:off x="7427525" y="577803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CB758B5-5BD9-43E4-BE69-B604A24E185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380823" y="40912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ADEE75A0-873D-4E83-8EF3-64D0ED94D4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245913" y="46592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88D18BEB-08FE-4DF2-BB28-E1825C260B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423949">
                    <a:off x="9136219" y="57446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AED3F623-AD35-4C21-93BF-CF2AE00904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999479">
                    <a:off x="7737789" y="517184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9F5609D4-3F4E-4895-8CE8-E71130EDB4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343869" y="426773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1243E212-4F1C-456F-A817-0AB3B3CDFC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092540" y="387242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B8B232B5-324F-4D2A-A1FA-89921AD931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728485" y="566061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6E4637C-4424-4940-B3A9-7480769650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6166416" y="3861916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538713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65608B9B-0148-4143-A9DE-FF98BC744BC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608E690-1C8B-314A-8BC8-1783A2BA615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BAE91F1-53F4-4402-AE59-A3F565C412BD}"/>
                </a:ext>
              </a:extLst>
            </p:cNvPr>
            <p:cNvGrpSpPr/>
            <p:nvPr/>
          </p:nvGrpSpPr>
          <p:grpSpPr>
            <a:xfrm>
              <a:off x="4864824" y="2022746"/>
              <a:ext cx="3405274" cy="3297625"/>
              <a:chOff x="322546" y="23854"/>
              <a:chExt cx="3405274" cy="329762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7EFE502-3543-4C90-9782-55C020EA187D}"/>
                  </a:ext>
                </a:extLst>
              </p:cNvPr>
              <p:cNvGrpSpPr/>
              <p:nvPr/>
            </p:nvGrpSpPr>
            <p:grpSpPr>
              <a:xfrm>
                <a:off x="322546" y="23854"/>
                <a:ext cx="3405274" cy="3297625"/>
                <a:chOff x="46048" y="103284"/>
                <a:chExt cx="3405274" cy="329762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23B8AE5-161F-45A1-92A6-B0590C33EB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011322" y="6983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D553F3BC-A2B6-412F-B813-CD44689768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86853">
                  <a:off x="853272" y="23590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F9E2004B-1857-4FE1-84ED-BE7E178B1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106906">
                  <a:off x="689027" y="8477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9B13E1E-BD34-4C51-8BE8-D7F1DE1796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06401">
                  <a:off x="1273426" y="9121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9681E7C-5088-4B17-B62B-C8AC1622C3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31443" y="1032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81D2077-551D-4845-81F2-1ADAFF542B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-121458" y="23096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99317D7-AA05-4358-AE9A-CE57643320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6048" y="4967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7C6464B9-E4FA-45E9-BD4D-74113A9446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359704" y="221274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AE1EA5A3-7237-4E60-B3DB-79DA5198F6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23832" flipV="1">
                  <a:off x="1829282" y="186404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228EECB-2EC2-4052-B5D1-A7A6DD2A9A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301775" y="1399755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737681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39357A4C-8E23-4181-935D-56E990D62C7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9A8B3C2-B5FC-E44A-89F9-5DD9C65FA69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4DB6D448-57CD-493C-BD72-1202C1F96FFA}"/>
                </a:ext>
              </a:extLst>
            </p:cNvPr>
            <p:cNvGrpSpPr/>
            <p:nvPr/>
          </p:nvGrpSpPr>
          <p:grpSpPr>
            <a:xfrm>
              <a:off x="4747353" y="1656000"/>
              <a:ext cx="3465293" cy="3585856"/>
              <a:chOff x="3889066" y="454915"/>
              <a:chExt cx="3465293" cy="358585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61FBB31-2A53-40EA-A032-A90999C7759A}"/>
                  </a:ext>
                </a:extLst>
              </p:cNvPr>
              <p:cNvGrpSpPr/>
              <p:nvPr/>
            </p:nvGrpSpPr>
            <p:grpSpPr>
              <a:xfrm>
                <a:off x="3889066" y="454915"/>
                <a:ext cx="3465293" cy="3585856"/>
                <a:chOff x="4037535" y="58223"/>
                <a:chExt cx="3465293" cy="358585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3A4FB7FD-6339-493B-AE3B-93236644BB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14807">
                  <a:off x="6062828" y="27146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434F008-FE41-4CDB-9325-3C263EB74B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593321">
                  <a:off x="6038073" y="20391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37BF3716-B534-424C-ABFA-BA752BC6E3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626195" y="4563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D39CE699-B343-48E2-86B0-C88A561E33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85376">
                  <a:off x="5943909" y="13334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CE1F38F-F380-41FD-A1E2-26E7EA47B3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21239">
                  <a:off x="4419179" y="26022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A4A3C3B-55BC-45D7-BBD7-16E5779E91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357803" y="24966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4C99A5B-2C43-452B-BCD6-7A1654E681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46669">
                  <a:off x="5020955" y="10189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41D11830-AAC4-4269-942E-3A29408AA1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037535" y="15449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150375BB-7620-43AE-9952-DA9C8BE20C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79584">
                  <a:off x="4428155" y="186743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E056B03-ACBF-4FA2-B6C8-848E5ED7AC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9119567">
                <a:off x="4216914" y="1127396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11956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220B5A5-D75A-4863-9C18-B5682BA0857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931ED8E-972F-1D4F-8FE6-15BE4A754AC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8E3A067-0CE9-453C-A83E-44AF046CBDC0}"/>
                </a:ext>
              </a:extLst>
            </p:cNvPr>
            <p:cNvGrpSpPr/>
            <p:nvPr/>
          </p:nvGrpSpPr>
          <p:grpSpPr>
            <a:xfrm>
              <a:off x="5054240" y="1976279"/>
              <a:ext cx="2851519" cy="3247441"/>
              <a:chOff x="8817126" y="-41124"/>
              <a:chExt cx="2851519" cy="324744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0E1BCED8-F955-442F-8DD2-51F08B83019C}"/>
                  </a:ext>
                </a:extLst>
              </p:cNvPr>
              <p:cNvGrpSpPr/>
              <p:nvPr/>
            </p:nvGrpSpPr>
            <p:grpSpPr>
              <a:xfrm>
                <a:off x="8817126" y="-41124"/>
                <a:ext cx="2851519" cy="3247441"/>
                <a:chOff x="7893541" y="861965"/>
                <a:chExt cx="2851519" cy="324744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7B23A13B-9D7D-4F9E-A1CC-8C552B4215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61097">
                  <a:off x="9075614" y="11343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92DC1A7-321D-4ECE-9226-CE527E265A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400347">
                  <a:off x="9101177" y="25820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D0A9EC3-FB48-4332-8AAD-AC984A2DE9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857548">
                  <a:off x="8207884" y="30675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BE42C7D3-4CFF-420A-A929-D45D70D03E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83898">
                  <a:off x="7893541" y="17079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AF7DAF08-E9DE-44B6-AA07-88257D962C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893292">
                  <a:off x="9169018" y="31742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BF7A95E-2C96-4BFE-8748-8E125C60B6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379225">
                  <a:off x="9654592" y="16870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2AE8F5C-BA10-4D36-878B-87C2DFF7CE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491056">
                  <a:off x="7565463" y="24179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02101E0D-B8F5-4DEA-9E24-8D92D1C868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703214" y="2769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8DA8DCB-0EB0-45E9-A63B-A0DDCEB3A7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99860" y="126011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9BC581C8-4668-47F0-8033-BECAA20F1F7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3834443">
                <a:off x="8564742" y="2014473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781687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B310C6D1-EF0D-443A-8988-8B735A9262B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78CF971-E91C-3747-A9AB-C59855F1011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23E5569A-9D4D-45D3-8994-F24C347FC99A}"/>
                </a:ext>
              </a:extLst>
            </p:cNvPr>
            <p:cNvGrpSpPr/>
            <p:nvPr/>
          </p:nvGrpSpPr>
          <p:grpSpPr>
            <a:xfrm>
              <a:off x="4737406" y="2172165"/>
              <a:ext cx="3548796" cy="2855669"/>
              <a:chOff x="876154" y="3798460"/>
              <a:chExt cx="3548796" cy="285566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4812229-ECF1-4559-8698-7AC0186BBCDC}"/>
                  </a:ext>
                </a:extLst>
              </p:cNvPr>
              <p:cNvGrpSpPr/>
              <p:nvPr/>
            </p:nvGrpSpPr>
            <p:grpSpPr>
              <a:xfrm>
                <a:off x="960531" y="3798460"/>
                <a:ext cx="3464419" cy="2855669"/>
                <a:chOff x="1395370" y="3387149"/>
                <a:chExt cx="3464419" cy="285566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77DC6CBB-9F7E-4CDB-8D9E-A06441F067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403533">
                  <a:off x="2073186" y="33871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5F78A05-E4D7-460B-9FF4-E5DB2B94EF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08804">
                  <a:off x="2922357" y="50893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1B369DAD-7A7F-4973-8956-F743277161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87957" y="43768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7C7E0F55-F48F-4D3C-87CD-5A7B53C7DC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314897" y="54334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417A1B33-590F-4733-B230-9B8957E532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30485">
                  <a:off x="3419789" y="37794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FE08A4A-2879-48E5-87CC-69CAA1A3FF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395370" y="55606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4B1CD4A5-E7E9-4EAA-B865-A795AFF91E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146327" y="43103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9678D9F-D36A-4332-8349-A4FF6A3B81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6385">
                  <a:off x="1466124" y="49266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01DD270A-0862-4212-BFA8-D2DFF3A976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33774">
                  <a:off x="2182742" y="520097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2D6120A-6865-4BD0-9F14-AD1D9F868EB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876154" y="4192564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041109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7DE95286-7ACB-4B4E-A2E1-51B3015EB82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A9742C-B986-DA49-83D9-E45C7BEBBEA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A01F4D0-C7DD-4BBD-BC61-085913EBD26D}"/>
                </a:ext>
              </a:extLst>
            </p:cNvPr>
            <p:cNvGrpSpPr/>
            <p:nvPr/>
          </p:nvGrpSpPr>
          <p:grpSpPr>
            <a:xfrm>
              <a:off x="4686018" y="2099327"/>
              <a:ext cx="3619768" cy="3319389"/>
              <a:chOff x="5677767" y="4916639"/>
              <a:chExt cx="3619768" cy="331938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615281C7-6CB6-4C0B-8D67-B765B6F83F4F}"/>
                  </a:ext>
                </a:extLst>
              </p:cNvPr>
              <p:cNvGrpSpPr/>
              <p:nvPr/>
            </p:nvGrpSpPr>
            <p:grpSpPr>
              <a:xfrm>
                <a:off x="5677767" y="4916639"/>
                <a:ext cx="3619768" cy="3319389"/>
                <a:chOff x="5543178" y="3485167"/>
                <a:chExt cx="3619768" cy="3319389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D916AFD5-D73B-4D36-81D5-3CFB970E1E62}"/>
                    </a:ext>
                  </a:extLst>
                </p:cNvPr>
                <p:cNvGrpSpPr/>
                <p:nvPr/>
              </p:nvGrpSpPr>
              <p:grpSpPr>
                <a:xfrm>
                  <a:off x="5543178" y="3485167"/>
                  <a:ext cx="3619768" cy="3319389"/>
                  <a:chOff x="7151321" y="3666017"/>
                  <a:chExt cx="3619768" cy="3319389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46FC354D-C730-421E-9D14-F392C2B768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049683" y="45921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1AE890E8-FEBC-436B-BE3C-A5213319F7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048005">
                    <a:off x="7285558" y="40641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051301F6-E6AA-449D-91EC-9E30757590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633943" y="594355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9EAE9781-ACD0-400E-A6FC-21CD37AC3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92789">
                    <a:off x="7659313" y="45824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49508844-ACF7-425C-B27D-AA0ACD8D00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406459">
                    <a:off x="9331089" y="52292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E9C3DF13-9EF9-4141-B15C-5842D56557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08791">
                    <a:off x="8787660" y="384534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E3FBA24B-072C-4223-86BD-6F37EEF7A2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151321" y="55058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BA932F0A-461B-4636-94A2-39545BAB5C1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828951" y="572344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7C81AEE-EC35-4F7C-AD23-79789497BB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7598">
                  <a:off x="6701150" y="509351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143FB071-7860-44FE-AFA1-04EC499BB1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2348645">
                <a:off x="6300644" y="5274146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824402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AE26385A-93D7-4A87-A8AE-0E3A53C4054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0D04E5E-8146-D54D-A539-6D8AF22C848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70EE85D-DACE-4CA0-A276-DEF273CAF835}"/>
                </a:ext>
              </a:extLst>
            </p:cNvPr>
            <p:cNvGrpSpPr/>
            <p:nvPr/>
          </p:nvGrpSpPr>
          <p:grpSpPr>
            <a:xfrm>
              <a:off x="4938821" y="1924208"/>
              <a:ext cx="2891534" cy="3279931"/>
              <a:chOff x="411827" y="110039"/>
              <a:chExt cx="2891534" cy="327993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DA872A68-BA2A-4F53-A9C2-1E6C4F6E6301}"/>
                  </a:ext>
                </a:extLst>
              </p:cNvPr>
              <p:cNvGrpSpPr/>
              <p:nvPr/>
            </p:nvGrpSpPr>
            <p:grpSpPr>
              <a:xfrm>
                <a:off x="411827" y="110039"/>
                <a:ext cx="2891534" cy="3279931"/>
                <a:chOff x="45103" y="-16759"/>
                <a:chExt cx="2891534" cy="327993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4E12F7E-9035-40DF-951C-57B13D4A9C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04963">
                  <a:off x="1325590" y="17387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2E8A74A-DF71-4A73-BFB8-2F92918BDB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894791" y="22213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DA087E9F-E5BE-4327-A9F4-530C013D6B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106906">
                  <a:off x="689027" y="8477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2C82B881-9FB5-41E6-8D63-73E86D3F7A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06401">
                  <a:off x="1273426" y="9121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026860C-7929-459E-9548-927991992E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55025" y="18684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3E506835-F558-4449-A856-72C2541550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37524">
                  <a:off x="1822869" y="15485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18C67675-A06E-4524-A598-EDE3364E74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655812">
                  <a:off x="1694378" y="3813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59A961BA-8984-4D6B-96A8-4F66E2CCF9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103" y="515064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F754B8E3-24BE-4B6E-A833-31854F33D5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5793">
                  <a:off x="-39790" y="137837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EAF4758A-24F6-472F-94DC-3D77D517AA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492537" y="232792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985163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607A0651-65AD-4E03-AB3D-EB1B1E8D62C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F2C549D-DA70-FD40-8F5D-F4B0FB3D410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E302B6F-816B-42B4-BED2-E44C5B780B10}"/>
                </a:ext>
              </a:extLst>
            </p:cNvPr>
            <p:cNvGrpSpPr/>
            <p:nvPr/>
          </p:nvGrpSpPr>
          <p:grpSpPr>
            <a:xfrm>
              <a:off x="4761767" y="2307038"/>
              <a:ext cx="3270428" cy="2942201"/>
              <a:chOff x="4215070" y="387672"/>
              <a:chExt cx="3270428" cy="294220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6403E76-0C3B-49E4-A7C0-B710E721F167}"/>
                  </a:ext>
                </a:extLst>
              </p:cNvPr>
              <p:cNvGrpSpPr/>
              <p:nvPr/>
            </p:nvGrpSpPr>
            <p:grpSpPr>
              <a:xfrm>
                <a:off x="4215070" y="387672"/>
                <a:ext cx="3270428" cy="2942201"/>
                <a:chOff x="4092421" y="726347"/>
                <a:chExt cx="3270428" cy="294220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07312FA2-3197-41C2-8BF0-96ED181A88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14807">
                  <a:off x="4424963" y="8579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FE2A6C0D-D00C-4FB1-BFFC-2E56513C13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092421" y="25043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93E0B73B-431D-4358-925B-10AE5084EB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15158">
                  <a:off x="5922849" y="7263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70758099-AE01-4356-82F7-F485717FB1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833772" y="13556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A1E241F0-736E-4394-9095-94AAFADBE9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770995" y="21258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AEAA6470-A19F-48BE-9197-4AA5003D94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11038">
                  <a:off x="4869705" y="27033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F5A7A84D-E8B1-451D-8BA3-2468934BDC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90278">
                  <a:off x="6140610" y="26267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6C6B9D60-1952-49C7-A957-55DB4B9E65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75979">
                  <a:off x="4899933" y="11336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9A135720-30F2-4133-A859-7C5C7C8C14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467135" y="1827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699A26EE-AB40-4529-ADDD-3EA9B86234E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4086575" y="110292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364625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6F848831-8895-4360-9456-9C791C74AD5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34BADD7-D1A2-3748-9047-1D6EBEC4FC5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9861AB5-4CB3-4579-AA77-A3D4C91D2FA5}"/>
                </a:ext>
              </a:extLst>
            </p:cNvPr>
            <p:cNvGrpSpPr/>
            <p:nvPr/>
          </p:nvGrpSpPr>
          <p:grpSpPr>
            <a:xfrm>
              <a:off x="4890478" y="1860570"/>
              <a:ext cx="3179043" cy="3478860"/>
              <a:chOff x="8004897" y="-37474"/>
              <a:chExt cx="3179043" cy="347886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C7BACC4-D13C-4A0E-8415-4624E26E27F0}"/>
                  </a:ext>
                </a:extLst>
              </p:cNvPr>
              <p:cNvGrpSpPr/>
              <p:nvPr/>
            </p:nvGrpSpPr>
            <p:grpSpPr>
              <a:xfrm>
                <a:off x="8004897" y="-37474"/>
                <a:ext cx="3179043" cy="3478860"/>
                <a:chOff x="7693780" y="793119"/>
                <a:chExt cx="3179043" cy="3478860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04B90F8C-A2F8-466C-97F7-89B7B33886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432823" y="25064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D32E3840-94D0-4519-9AA8-255E4CD706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775702" y="11912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AF01BE9-369C-4992-8300-8FAB8B550E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194393" y="25271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2491D1C-1D8F-4898-807C-A4BD16DC88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817796" y="32127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945ACD5-3BFB-4AE9-89BF-791108EC2C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18567">
                  <a:off x="7693780" y="22016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2795D790-559C-44C6-BD99-AB46D93753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257796" y="20265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822CD4C-A213-4AAC-92B6-CEACDD656C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187773" y="17359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58375AF8-790F-4F2A-85DA-D779FA71C2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72418">
                  <a:off x="9559836" y="16273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8EAE6295-330D-4B4D-B2E5-7E529351AD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8585">
                  <a:off x="8921013" y="323013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1EEFEF80-B680-453C-A9FD-7262D01AD8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6200000">
                <a:off x="7995062" y="48053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801285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1305276-5BDC-4737-8A5D-F3A2266A81B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9CFC330-7C63-F947-8AA6-7B9937F8307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E8A965A-5958-4CBC-AA16-E50A35889C08}"/>
                </a:ext>
              </a:extLst>
            </p:cNvPr>
            <p:cNvGrpSpPr/>
            <p:nvPr/>
          </p:nvGrpSpPr>
          <p:grpSpPr>
            <a:xfrm>
              <a:off x="4780031" y="2411344"/>
              <a:ext cx="3495350" cy="2866586"/>
              <a:chOff x="2119282" y="3824279"/>
              <a:chExt cx="3495350" cy="286658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FDE1756-E531-4C16-ABB7-ED68C2711419}"/>
                  </a:ext>
                </a:extLst>
              </p:cNvPr>
              <p:cNvGrpSpPr/>
              <p:nvPr/>
            </p:nvGrpSpPr>
            <p:grpSpPr>
              <a:xfrm>
                <a:off x="2119282" y="3824279"/>
                <a:ext cx="3495350" cy="2821764"/>
                <a:chOff x="1364439" y="3715520"/>
                <a:chExt cx="3495350" cy="282176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C3754069-7F5B-451F-980E-5EBDD1F9F9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403533">
                  <a:off x="2291197" y="37333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F40BEB30-5AF0-4232-B3EE-09488734B0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759086" y="52184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0ADE853-4CB6-417A-91C4-3FDF8E9AC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922160" y="44549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32F791F0-621D-4552-935F-3955AFA5F6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40013">
                  <a:off x="3260324" y="54954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E784DE5-395D-4D58-A13E-157570F437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30485">
                  <a:off x="3419789" y="37794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638E0FA-8DB7-49AC-855E-1804149AC4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88928">
                  <a:off x="1503371" y="49871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6015A13D-3200-419A-9038-3060991DA4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381688" y="41550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439215CD-A85D-4C04-91F3-36213D7904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144974">
                  <a:off x="1364439" y="55273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5E256BEA-38F6-4CDC-8009-6B7375D44E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88154">
                  <a:off x="1514951" y="371552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323D83B-44C7-4ABD-B6A3-E77D71973AB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4618263">
                <a:off x="2563190" y="566191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734308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06A4F903-B174-4197-9DF8-8F008E5018A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D8F4598-987E-EA4D-8215-BCE8A33E947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6631B33-9140-477F-9279-9349333A6D94}"/>
                </a:ext>
              </a:extLst>
            </p:cNvPr>
            <p:cNvGrpSpPr/>
            <p:nvPr/>
          </p:nvGrpSpPr>
          <p:grpSpPr>
            <a:xfrm>
              <a:off x="4686126" y="1838686"/>
              <a:ext cx="3193341" cy="3395411"/>
              <a:chOff x="6030870" y="3343964"/>
              <a:chExt cx="3193341" cy="339541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2F9C642-8E95-430D-8FAB-5DFF66D1A52E}"/>
                  </a:ext>
                </a:extLst>
              </p:cNvPr>
              <p:cNvGrpSpPr/>
              <p:nvPr/>
            </p:nvGrpSpPr>
            <p:grpSpPr>
              <a:xfrm>
                <a:off x="6253083" y="3343964"/>
                <a:ext cx="2971128" cy="3395411"/>
                <a:chOff x="7401807" y="3412690"/>
                <a:chExt cx="2971128" cy="339541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EE195AA-AE8E-44F5-9284-C7697AD1DD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33662">
                  <a:off x="8846266" y="57662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A6079A1-F564-4C8F-A65D-3395065612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71865" y="45604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5E679AB-9F5F-4E11-BEF5-A34E82351A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73969" y="55309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7D75386F-9FFB-4264-977C-360E08F7EC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92789">
                  <a:off x="8894648" y="45360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9F2DA520-DAD1-4B64-84B2-FB96CBCB54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331089" y="52292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D3A575C-F266-47EC-BAA6-9235A77EFF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41891">
                  <a:off x="8230678" y="41900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0ABC79F0-C03A-4B50-975C-38F31BE68D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401807" y="39392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65EBE95C-39CE-462E-AF67-56722C59E7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999886" y="38108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1E7E01A-B462-4A6C-BC31-BD0BE17263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93111">
                  <a:off x="7504544" y="580400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AB17D626-86D7-4C50-B515-2C92830739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9569757">
                <a:off x="6030870" y="5323896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040036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98FD9DE-EC7E-4DAE-BF81-6B4EF7450B1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5355310-5AB2-6241-90F6-015AFDECADA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75B486F-76FD-4BF5-99E3-BFEF6D5D7040}"/>
                </a:ext>
              </a:extLst>
            </p:cNvPr>
            <p:cNvGrpSpPr/>
            <p:nvPr/>
          </p:nvGrpSpPr>
          <p:grpSpPr>
            <a:xfrm>
              <a:off x="4894821" y="1866085"/>
              <a:ext cx="3186260" cy="3030418"/>
              <a:chOff x="475220" y="-48976"/>
              <a:chExt cx="3186260" cy="3030418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A664665-4E10-4E97-AC83-7C59E5DBACDC}"/>
                  </a:ext>
                </a:extLst>
              </p:cNvPr>
              <p:cNvGrpSpPr/>
              <p:nvPr/>
            </p:nvGrpSpPr>
            <p:grpSpPr>
              <a:xfrm>
                <a:off x="475220" y="-48976"/>
                <a:ext cx="3186260" cy="3030418"/>
                <a:chOff x="30380" y="-85588"/>
                <a:chExt cx="3186260" cy="303041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AD7081D-1E69-4DA7-B51B-ED103D2211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32679">
                  <a:off x="1776640" y="15453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13199C8-49A6-4BEB-BB4E-EADFA6989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17695">
                  <a:off x="352503" y="13993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036C276C-1A00-4E24-9FC8-020F5931C1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8171">
                  <a:off x="418143" y="4743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083E3967-BEB2-4F04-81C6-D5AD46B914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17993" y="12081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DFE9C908-37A3-4443-98FD-E1B49703FD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44127">
                  <a:off x="792329" y="22653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6E3B4A8-A533-43F2-B1AB-4AABE0DE85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46358" y="3125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4B9FC843-61F9-40B0-A3B8-F7B2558357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0380" y="22327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6146B86C-8C21-427C-B59A-AD7FA0E7B2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01226">
                  <a:off x="1813875" y="3885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F6C70DC8-0D33-4580-AD47-F00198CCD1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 flipV="1">
                  <a:off x="1556356" y="230113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FB11639F-73A1-4399-A9FD-0BF3F644EA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3397259">
                <a:off x="227364" y="100236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007263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36D4EC6D-62D8-4CFA-AC7A-882B6E1A884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1A48178-77C5-6B4D-96CF-B5BE8E3B8F5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F021FE3-8634-4124-B969-4DA9F6B1E98B}"/>
                </a:ext>
              </a:extLst>
            </p:cNvPr>
            <p:cNvGrpSpPr/>
            <p:nvPr/>
          </p:nvGrpSpPr>
          <p:grpSpPr>
            <a:xfrm>
              <a:off x="4751022" y="2070141"/>
              <a:ext cx="3426151" cy="2964306"/>
              <a:chOff x="3797713" y="245575"/>
              <a:chExt cx="3426151" cy="296430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1809DE1-9C30-4EEB-B833-91376EF73DB8}"/>
                  </a:ext>
                </a:extLst>
              </p:cNvPr>
              <p:cNvGrpSpPr/>
              <p:nvPr/>
            </p:nvGrpSpPr>
            <p:grpSpPr>
              <a:xfrm>
                <a:off x="3797713" y="245575"/>
                <a:ext cx="3426151" cy="2964306"/>
                <a:chOff x="4068171" y="494063"/>
                <a:chExt cx="3426151" cy="296430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8A12BB7-CB77-484F-9C84-5F5ED4BA82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20242" y="24165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29740090-7989-40F5-BF81-7EB3ECCD79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633786">
                  <a:off x="4091427" y="6361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6D917BFA-C0AE-4265-BFA2-1621C70354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430957" y="4940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42937D1D-4CD3-4BD8-8828-2A65523E8D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162867" y="9597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BF288353-8DC0-42CA-9CDA-D0FE102E13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081817" y="13680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E1E32D7D-805A-43B3-B6D8-C8A13F3938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6863">
                  <a:off x="5770995" y="21258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63D3F474-BB91-4B6D-8069-B9CD036F24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04812">
                  <a:off x="6054322" y="23923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15897578-3868-4E76-BCB9-6479CEDC3D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068171" y="15078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AD166CD4-0267-4BAA-A0E8-D4E57BED22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137100" y="271727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C1D8F56-E81F-4D69-BAA4-F4BE493BEF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4098896" y="1733733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868500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535C3EB-025D-4E02-AF06-17282F10BBF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E15FCB6-DBC3-CF46-9DC9-130D8508C41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1AE844B-FDE9-4CAB-872A-98EBF7206DF6}"/>
                </a:ext>
              </a:extLst>
            </p:cNvPr>
            <p:cNvGrpSpPr/>
            <p:nvPr/>
          </p:nvGrpSpPr>
          <p:grpSpPr>
            <a:xfrm>
              <a:off x="4784150" y="1812393"/>
              <a:ext cx="3064714" cy="3625266"/>
              <a:chOff x="8878688" y="182639"/>
              <a:chExt cx="3064714" cy="362526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4977598-2E93-497E-9F6D-9C373F2F8918}"/>
                  </a:ext>
                </a:extLst>
              </p:cNvPr>
              <p:cNvGrpSpPr/>
              <p:nvPr/>
            </p:nvGrpSpPr>
            <p:grpSpPr>
              <a:xfrm>
                <a:off x="8878688" y="182639"/>
                <a:ext cx="3064714" cy="3625266"/>
                <a:chOff x="7627087" y="730287"/>
                <a:chExt cx="3064714" cy="362526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EBE85D5A-3721-4D50-8D4C-7C5567847A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53422">
                  <a:off x="9122560" y="2430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AFF6371-0807-4818-A387-6BEA1C3E62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074819" y="29954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30889A9-C2DD-42C5-B988-457254222B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5366">
                  <a:off x="8851379" y="33137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B117C0B3-5F4D-49FC-92C2-D36A0D1271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29508" y="11284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25C2B61E-7DFF-43A9-BE6D-F6031A59D0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022652" y="1536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D966DD16-DD26-41D3-8D57-E01611EBBC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84616">
                  <a:off x="7707628" y="16004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AE449EC-DEA3-427D-9D2E-43307AC461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374491">
                  <a:off x="9649955" y="14518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970FD3AD-F8DA-4333-AD54-0813369D7E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75368">
                  <a:off x="7627087" y="23847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242DF9BA-A2E6-4360-8179-D9A2402E5B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552888" y="314446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75C12A86-4A17-47D8-9672-B3A5D8733D4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8268972">
                <a:off x="9281759" y="1317342"/>
                <a:ext cx="1440000" cy="61741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895375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7AF5126B-A41C-4C8D-893D-23BC2769237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93336BD-A5CF-AB45-8E3A-A0DB4DAED1D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5497303-A0F8-4E16-B64C-AA53DE561338}"/>
                </a:ext>
              </a:extLst>
            </p:cNvPr>
            <p:cNvGrpSpPr/>
            <p:nvPr/>
          </p:nvGrpSpPr>
          <p:grpSpPr>
            <a:xfrm>
              <a:off x="4730995" y="1846994"/>
              <a:ext cx="3561618" cy="3315182"/>
              <a:chOff x="1508912" y="3361158"/>
              <a:chExt cx="3561618" cy="331518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DDB1E8B3-3154-444D-B4C4-344B3C122A89}"/>
                  </a:ext>
                </a:extLst>
              </p:cNvPr>
              <p:cNvGrpSpPr/>
              <p:nvPr/>
            </p:nvGrpSpPr>
            <p:grpSpPr>
              <a:xfrm>
                <a:off x="1508912" y="3361158"/>
                <a:ext cx="3561618" cy="3128750"/>
                <a:chOff x="1331623" y="3107662"/>
                <a:chExt cx="3561618" cy="3128750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3F3EBE3A-398C-44D1-AD5F-756B2E7D13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22346">
                  <a:off x="2987875" y="44418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4F6BACB6-4454-4913-82F8-FF0601B3EA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628175" y="55927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FC469EF-AFAD-42D1-81DB-5418716B22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343062">
                  <a:off x="2008770" y="38759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43259855-E326-448A-8080-4F973FF78E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549652" y="49372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AC00EB20-F745-41B3-85E6-7F4488FCDB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068454" y="34296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9DAEAC2F-3AFD-43EE-A527-C38FAF40E1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70182">
                  <a:off x="1331623" y="40534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A5468D2-D475-44C6-869E-7070DB3A6D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492484">
                  <a:off x="3091160" y="35058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3F0B89B1-77E4-4B1F-AF95-0A6279841F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900337">
                  <a:off x="3453241" y="52717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20C5F64B-07F5-4C18-A8D1-9C5DE86B1A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53700">
                  <a:off x="2695243" y="504772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7671FA55-03A1-40D3-8613-51600A7774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1507983" y="5647385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317397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72DA050F-8C9B-4A38-A5DE-46034C3AB37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EC1C99A-3D11-234D-961A-BF2007DB384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1519241-EEEF-4607-A6E6-3B8C945F6157}"/>
                </a:ext>
              </a:extLst>
            </p:cNvPr>
            <p:cNvGrpSpPr/>
            <p:nvPr/>
          </p:nvGrpSpPr>
          <p:grpSpPr>
            <a:xfrm>
              <a:off x="5033194" y="1975004"/>
              <a:ext cx="3125901" cy="3249991"/>
              <a:chOff x="6950409" y="3837924"/>
              <a:chExt cx="3125901" cy="3249991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8A28040-E01B-4C5C-9520-24D369091A54}"/>
                  </a:ext>
                </a:extLst>
              </p:cNvPr>
              <p:cNvGrpSpPr/>
              <p:nvPr/>
            </p:nvGrpSpPr>
            <p:grpSpPr>
              <a:xfrm>
                <a:off x="6950409" y="3837924"/>
                <a:ext cx="3125901" cy="3249991"/>
                <a:chOff x="5934545" y="3301129"/>
                <a:chExt cx="3125901" cy="3249991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73DC3555-991E-414B-8CD3-63B938377207}"/>
                    </a:ext>
                  </a:extLst>
                </p:cNvPr>
                <p:cNvGrpSpPr/>
                <p:nvPr/>
              </p:nvGrpSpPr>
              <p:grpSpPr>
                <a:xfrm>
                  <a:off x="5934545" y="3301129"/>
                  <a:ext cx="2876880" cy="3249991"/>
                  <a:chOff x="7542688" y="3481979"/>
                  <a:chExt cx="2876880" cy="3249991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29A139BD-BBC7-4D87-A661-42512730C5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757258">
                    <a:off x="8508589" y="56901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57FC8155-F781-4C49-A41D-EFB459D311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336827">
                    <a:off x="7709335" y="46817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0A81F68-96EA-45D5-941E-301FA90F38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164291" y="394757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B3B1DBE1-7E76-4D0F-A0C8-5A16DE1A01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894648" y="45360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73AEE34C-3CFD-4903-9A24-40ECA7F1CB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81011">
                    <a:off x="9377722" y="50932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3D476C1C-9044-4807-8484-09AE2275AF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394108">
                    <a:off x="8113307" y="38801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E2448226-5B60-47A8-9C8F-EC158EE5D2A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334902" y="49267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54119456-C0CC-4D23-9E6E-3D6D3F4C53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542688" y="563172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7064CBD-1F40-40D6-ABA4-E8DAD0E761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7598">
                  <a:off x="7620446" y="555623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F7DCB3D8-6751-48CB-9C1B-480BD6E1FA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8843077">
                <a:off x="6883728" y="441575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920322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8C9F5204-1039-4076-B342-EC970952CD7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363B531-60E2-7F4A-9CB1-CD878CCDDA7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72F92A4-AA52-4C0C-88C2-9207C73F0BF2}"/>
                </a:ext>
              </a:extLst>
            </p:cNvPr>
            <p:cNvGrpSpPr/>
            <p:nvPr/>
          </p:nvGrpSpPr>
          <p:grpSpPr>
            <a:xfrm>
              <a:off x="4451684" y="1877488"/>
              <a:ext cx="3754483" cy="3423305"/>
              <a:chOff x="234852" y="112083"/>
              <a:chExt cx="3754483" cy="342330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57B56DB-CC3D-4F24-920C-CAE9FC7728D6}"/>
                  </a:ext>
                </a:extLst>
              </p:cNvPr>
              <p:cNvGrpSpPr/>
              <p:nvPr/>
            </p:nvGrpSpPr>
            <p:grpSpPr>
              <a:xfrm>
                <a:off x="234852" y="112083"/>
                <a:ext cx="3754483" cy="3175411"/>
                <a:chOff x="-388602" y="-62067"/>
                <a:chExt cx="3754483" cy="317541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A05A3DB0-C435-48DC-8443-2BFBA2EB2F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07031">
                  <a:off x="175497" y="15997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FE5E957-B45F-44B1-A075-560071A5EE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01669" y="4609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33A65FC0-F62E-4FD5-9488-3B290A7699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75363">
                  <a:off x="199940" y="5105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004E2AEA-80D3-432C-B6B4-8F0CD0F4E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05966" y="11309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559F9B7C-6CA5-42E2-A297-6005775989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033748">
                  <a:off x="1021960" y="19883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82FBF024-1493-4195-A3FE-F090C374B9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81600">
                  <a:off x="1925881" y="16923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93105963-8990-4890-ACF3-93253C71D0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21522">
                  <a:off x="1704358" y="246965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E2A66F9F-C336-4F7F-84A2-DAB87A36A4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054706" y="3360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AF6984B6-5D35-4F7F-9B48-DD056CD1F3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 flipV="1">
                  <a:off x="-388602" y="126898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6F606944-2DB1-49EA-A8BA-6C4DFABB97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8882222">
                <a:off x="863294" y="2506433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673629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2E248031-F37C-4107-A69C-35B2989C7E2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5C8F2DF-C69D-F944-A948-C6795CCD3D1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152DE7FC-7286-4FD9-A3D8-10D092478DDC}"/>
                </a:ext>
              </a:extLst>
            </p:cNvPr>
            <p:cNvGrpSpPr/>
            <p:nvPr/>
          </p:nvGrpSpPr>
          <p:grpSpPr>
            <a:xfrm>
              <a:off x="4649876" y="2017361"/>
              <a:ext cx="3353465" cy="2974449"/>
              <a:chOff x="4035230" y="297757"/>
              <a:chExt cx="3353465" cy="297444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5D6257F-D58F-4CFB-87E2-4E6176B4E980}"/>
                  </a:ext>
                </a:extLst>
              </p:cNvPr>
              <p:cNvGrpSpPr/>
              <p:nvPr/>
            </p:nvGrpSpPr>
            <p:grpSpPr>
              <a:xfrm>
                <a:off x="4178038" y="297757"/>
                <a:ext cx="3210657" cy="2974449"/>
                <a:chOff x="4144354" y="397447"/>
                <a:chExt cx="3210657" cy="297444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07892369-21DC-44D6-A42C-F26FEE7B54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915011" y="25077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1DD60D3-A69F-4621-8F00-1B7E865ECC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391869">
                  <a:off x="5251083" y="22329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CC48D36-6A07-4780-9B93-19E5CD26CA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87525">
                  <a:off x="6102685" y="7956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F3A467AD-A267-49EB-AFD9-515C56ABC2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883152" y="16364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BF3CAC0-EAFF-45D5-A0CD-B35799658A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6863">
                  <a:off x="4199604" y="22418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AF1268D2-257A-4FDA-9AE0-B830585576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610830" y="7698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19E0B5BE-C8ED-4CEF-BD73-4449F93B67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25772">
                  <a:off x="4144354" y="13018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0B76AEAC-0A19-41C9-8872-92013CB315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84451" y="27282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0E763C18-5DA9-4A5A-9E99-2CC2603B52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52286" y="109230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7E9D30DE-7290-4413-96DD-331AB1DB61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4035230" y="775135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330106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0D44C72E-574C-45DD-9054-934015D9F2E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0E3C9DC-8E3E-8843-9013-22F3815788B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C3610E6-FE77-49FE-AB70-0C14977C4671}"/>
                </a:ext>
              </a:extLst>
            </p:cNvPr>
            <p:cNvGrpSpPr/>
            <p:nvPr/>
          </p:nvGrpSpPr>
          <p:grpSpPr>
            <a:xfrm>
              <a:off x="4780430" y="1981222"/>
              <a:ext cx="3399140" cy="3239517"/>
              <a:chOff x="8316518" y="573882"/>
              <a:chExt cx="3399140" cy="323951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40A2B48-E71C-40CB-83DB-4E207408E4BF}"/>
                  </a:ext>
                </a:extLst>
              </p:cNvPr>
              <p:cNvGrpSpPr/>
              <p:nvPr/>
            </p:nvGrpSpPr>
            <p:grpSpPr>
              <a:xfrm>
                <a:off x="8316518" y="573882"/>
                <a:ext cx="3399140" cy="3089699"/>
                <a:chOff x="7664939" y="928589"/>
                <a:chExt cx="3399140" cy="308969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635AB8C-9261-4E40-A185-B42AE5176A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559017" y="23014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94310C3-BFDB-4EAE-9BA6-A92B67BCE6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664939" y="28539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1432F4C0-F70A-4908-B468-79A07B3EBC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5366">
                  <a:off x="7937672" y="23495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657029D7-6033-4BE5-AB01-0AD777C62D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8229508" y="11284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DA94F93-82C9-4860-95D9-8B8623B608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022652" y="1536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8A4601B-5C62-4213-8402-1C976EB53E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795067" y="30427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D6305FC-57B8-4ED6-9A6A-765C237063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71394">
                  <a:off x="9624079" y="12848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687807B7-8E88-48DE-BC45-3E7F4CC81D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31028">
                  <a:off x="9716060" y="29764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2F2C1816-1C5E-4020-BDDB-18B02F0579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73052" y="132674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A49757DA-9E24-487D-B013-574F606EC5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6200000">
                <a:off x="8692342" y="2784444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180910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00BD267E-4163-443B-BB74-C686F450718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9C0FA07-7BD0-6043-B625-E28D8E18521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A65B512-0659-4E78-8622-39947732E1EE}"/>
                </a:ext>
              </a:extLst>
            </p:cNvPr>
            <p:cNvGrpSpPr/>
            <p:nvPr/>
          </p:nvGrpSpPr>
          <p:grpSpPr>
            <a:xfrm>
              <a:off x="4951899" y="1937845"/>
              <a:ext cx="3325695" cy="3244799"/>
              <a:chOff x="1716311" y="3588123"/>
              <a:chExt cx="3325695" cy="324479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2D4EBE5-E79C-4566-AA7E-83ABF3C8A69B}"/>
                  </a:ext>
                </a:extLst>
              </p:cNvPr>
              <p:cNvGrpSpPr/>
              <p:nvPr/>
            </p:nvGrpSpPr>
            <p:grpSpPr>
              <a:xfrm>
                <a:off x="1716311" y="3868675"/>
                <a:ext cx="3325695" cy="2964247"/>
                <a:chOff x="1583804" y="3472437"/>
                <a:chExt cx="3325695" cy="296424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1168028-04AA-410F-B66E-75A4B33B2B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22346">
                  <a:off x="1965998" y="50716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D943632B-0A8B-4C54-AF23-A333D0D03D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797044" y="53948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F8CB0829-6C17-4136-B80B-741C7E7C25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00509">
                  <a:off x="2045984" y="40177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35299082-32F1-4287-ABE0-57A2661721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30485">
                  <a:off x="3469499" y="52750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25F531AC-4297-4097-9B62-56AD886D60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20511">
                  <a:off x="1462547" y="51167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BF187CEE-E016-41E8-BC1F-F058F38F63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70182">
                  <a:off x="2630858" y="34724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3472013-3086-4AAD-B996-D16830A93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091160" y="35058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A8B4AACC-256F-40F0-B66E-AFAEE4021F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83804" y="44075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CC3D133-F7FA-415D-B2D0-50296F0DE7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91753">
                  <a:off x="3057427" y="449723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490626A-5FDE-48A3-963D-961B29419B7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3603277">
                <a:off x="1726713" y="3999168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3306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50FA242C-633D-4855-B666-3CF23D4553D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A588338-63CD-2049-81B0-98F05DE3F51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A397373-0EC8-4E11-A5B8-B1F8D21DDD12}"/>
                </a:ext>
              </a:extLst>
            </p:cNvPr>
            <p:cNvGrpSpPr/>
            <p:nvPr/>
          </p:nvGrpSpPr>
          <p:grpSpPr>
            <a:xfrm>
              <a:off x="4801464" y="2012785"/>
              <a:ext cx="3309366" cy="3311882"/>
              <a:chOff x="6123815" y="3222256"/>
              <a:chExt cx="3309366" cy="331188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9BB7B5D-2C10-4F1F-B907-3BE13E0B6B92}"/>
                  </a:ext>
                </a:extLst>
              </p:cNvPr>
              <p:cNvGrpSpPr/>
              <p:nvPr/>
            </p:nvGrpSpPr>
            <p:grpSpPr>
              <a:xfrm>
                <a:off x="6123815" y="3222256"/>
                <a:ext cx="3309366" cy="3311882"/>
                <a:chOff x="5715130" y="3405952"/>
                <a:chExt cx="3309366" cy="3311882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6CCB5D11-EC9E-4DB0-A950-499F7C51C880}"/>
                    </a:ext>
                  </a:extLst>
                </p:cNvPr>
                <p:cNvGrpSpPr/>
                <p:nvPr/>
              </p:nvGrpSpPr>
              <p:grpSpPr>
                <a:xfrm>
                  <a:off x="5715130" y="3405952"/>
                  <a:ext cx="2866047" cy="3311882"/>
                  <a:chOff x="7323273" y="3586802"/>
                  <a:chExt cx="2866047" cy="3311882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BB77BB39-5EED-42C0-9FE9-0A5A58D365D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306813">
                    <a:off x="7506211" y="484613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B1B7CB7D-375B-4F6B-8BAE-CCC3C2A670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721084" y="58568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7F14D947-18DC-4E22-AB3E-FD352A7BEE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92789">
                    <a:off x="8223467" y="51255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EA44131F-B464-4747-998F-7F2FA2FE82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351226">
                    <a:off x="8617942" y="46460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FEDDA2F0-E0F5-428A-BCB6-5B521A2335D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230678" y="419003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9F4FE69-010F-429B-BF54-B866F099A4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313945">
                    <a:off x="7443989" y="37326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5B3F28D3-0A09-4331-8461-558080360E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323273" y="56824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EBAF668A-D90E-4CF5-BB7C-FF1204A435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147474" y="3984955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E7EF481D-E66C-4023-A828-A4E90FF17F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584496" y="499069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2407D8F8-72C0-4909-B2BA-5C11E6DDE8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6502878" y="523393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666898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3D93A75-3958-47D8-B9C0-58EF395FA12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7D3DF1C-7CC7-FE42-B109-30B4580C395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B2B3D59-53AB-4375-A3C5-4E0819A102C7}"/>
                </a:ext>
              </a:extLst>
            </p:cNvPr>
            <p:cNvGrpSpPr/>
            <p:nvPr/>
          </p:nvGrpSpPr>
          <p:grpSpPr>
            <a:xfrm>
              <a:off x="5069951" y="1913994"/>
              <a:ext cx="2724686" cy="3372012"/>
              <a:chOff x="1134283" y="-49872"/>
              <a:chExt cx="2724686" cy="337201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6D66E0B-580D-4E6B-A8A1-F094426EF56E}"/>
                  </a:ext>
                </a:extLst>
              </p:cNvPr>
              <p:cNvGrpSpPr/>
              <p:nvPr/>
            </p:nvGrpSpPr>
            <p:grpSpPr>
              <a:xfrm>
                <a:off x="1134283" y="-49872"/>
                <a:ext cx="2724686" cy="3372012"/>
                <a:chOff x="190252" y="-30421"/>
                <a:chExt cx="2724686" cy="337201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0C79EF43-F4AD-42FA-9BA0-FF61BDEC95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206858" y="242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28899D5-149B-4ECE-99A9-3C1D4092D1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293767">
                  <a:off x="122891" y="3677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853F0FED-7681-49BD-B762-1379E40A55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18143">
                  <a:off x="-207901" y="10805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BD3BF999-D8BA-484C-BD79-FD39526D81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92966" y="6177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13060929-0C8F-418E-9006-4D0799429E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943635">
                  <a:off x="1203899" y="17575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2E59968E-B43D-403C-B26F-B06F493054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28650" y="14805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93F422BC-FB70-45B2-BAC6-2D6181168B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0676" y="204718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5456883-9A74-4604-A058-C57E2BF9F0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15106">
                  <a:off x="1873092" y="6571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EA1B922-1CA9-424C-9747-487364D517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 flipV="1">
                  <a:off x="1597500" y="229974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F5375E06-BCA1-4C8E-9824-5BD5F00A4D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1261481" y="1622753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808683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FAA46AFE-4360-46B1-BD70-1C0D19233D6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B1EE081-09DA-9C4D-ADBD-7450FD9ED9B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D02F515A-5296-4043-AFF6-05E437C52CAE}"/>
                </a:ext>
              </a:extLst>
            </p:cNvPr>
            <p:cNvGrpSpPr/>
            <p:nvPr/>
          </p:nvGrpSpPr>
          <p:grpSpPr>
            <a:xfrm>
              <a:off x="4828728" y="1755990"/>
              <a:ext cx="3429759" cy="3091582"/>
              <a:chOff x="4664549" y="129800"/>
              <a:chExt cx="3429759" cy="309158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855D7B93-19FF-43B4-84DC-ED5CA5C85C2C}"/>
                  </a:ext>
                </a:extLst>
              </p:cNvPr>
              <p:cNvGrpSpPr/>
              <p:nvPr/>
            </p:nvGrpSpPr>
            <p:grpSpPr>
              <a:xfrm>
                <a:off x="4664549" y="129800"/>
                <a:ext cx="3429759" cy="3091582"/>
                <a:chOff x="4171986" y="152054"/>
                <a:chExt cx="3429759" cy="309158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09A11E87-7022-45B6-AE33-9CCC5F1E07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61745" y="18937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FC76131-E257-4C5C-8BAD-713E294BAF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0241">
                  <a:off x="5238673" y="22702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F73FD2EA-41C5-4BB2-8A7D-99C4BE29D5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958036" y="5915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819D342-8FC9-47AC-B18E-EE319C74BF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1962">
                  <a:off x="4280084" y="12010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5373FB2-C315-446A-B22D-9DFE3527AA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48217" y="25071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6B01F35F-670A-4A09-B055-CA1898CE3D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38092">
                  <a:off x="3773833" y="22017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14229668-F3DE-4D2D-A21E-051EF40655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919552" y="5502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F097A23-DEA1-4BF4-B3B2-4A70968D43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092193" y="25488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0D24D5D9-E62B-46E8-8046-CD2DCB59DF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15900">
                  <a:off x="5668961" y="127131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B262CDDA-60A9-48FB-8082-84B59CB949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7777149">
                <a:off x="4743542" y="1619389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258609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E85277B-63DE-4DF6-A972-B354C1E31BD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6C38A1E-7682-1A42-9605-82B7FED0B9B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EA70790-F166-48FD-B1EC-35FFC1A15417}"/>
                </a:ext>
              </a:extLst>
            </p:cNvPr>
            <p:cNvGrpSpPr/>
            <p:nvPr/>
          </p:nvGrpSpPr>
          <p:grpSpPr>
            <a:xfrm>
              <a:off x="4730197" y="1856762"/>
              <a:ext cx="3499606" cy="3486476"/>
              <a:chOff x="9120365" y="279274"/>
              <a:chExt cx="3499606" cy="348647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DA89F0EB-3E18-45A5-ADC9-39F950D4DE33}"/>
                  </a:ext>
                </a:extLst>
              </p:cNvPr>
              <p:cNvGrpSpPr/>
              <p:nvPr/>
            </p:nvGrpSpPr>
            <p:grpSpPr>
              <a:xfrm>
                <a:off x="9120365" y="801643"/>
                <a:ext cx="3499606" cy="2964107"/>
                <a:chOff x="7564473" y="1284854"/>
                <a:chExt cx="3499606" cy="296410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105E3D5E-AD43-45F2-B6C0-59F5D43D6B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6198">
                  <a:off x="8796718" y="29073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FA3D211C-B341-4344-8E5F-34BDC5E5AF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897587" y="26593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F68B955B-E1DE-46DC-B195-AE92489C90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5366">
                  <a:off x="7823443" y="20273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348B2219-CC17-4C34-9657-6C2D7CA280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8370465" y="14159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6F6784AF-BB67-4CC1-B6CB-1C906AF493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564473" y="31124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33EDD0D8-B638-44DC-9C15-11CC7A8000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022652" y="1536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8E1260CC-019F-4900-9613-AEEADFF480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337778" y="24602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1CBAD234-2AEF-47A3-9EE2-8343041D0F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624079" y="12848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376369A-A41C-4379-9F0D-6A99FC92C9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31028">
                  <a:off x="9531858" y="320711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7ED978E4-AE4E-47E3-A967-A4EF37A560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3781241">
                <a:off x="9492341" y="690319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70540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38718E2F-A2A0-40AE-9436-7D46BCFC6CB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3453F47-7E97-B14B-B82A-D9E8BD5703D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E08427C-63D1-49E7-9606-7DE823694E69}"/>
                </a:ext>
              </a:extLst>
            </p:cNvPr>
            <p:cNvGrpSpPr/>
            <p:nvPr/>
          </p:nvGrpSpPr>
          <p:grpSpPr>
            <a:xfrm>
              <a:off x="4906381" y="2271600"/>
              <a:ext cx="3320844" cy="2584495"/>
              <a:chOff x="1364445" y="3772914"/>
              <a:chExt cx="3320844" cy="258449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17009CFC-03C3-4F47-B05A-1D9154BEEBAD}"/>
                  </a:ext>
                </a:extLst>
              </p:cNvPr>
              <p:cNvGrpSpPr/>
              <p:nvPr/>
            </p:nvGrpSpPr>
            <p:grpSpPr>
              <a:xfrm>
                <a:off x="1364445" y="3772914"/>
                <a:ext cx="3320844" cy="2584495"/>
                <a:chOff x="1498765" y="3562928"/>
                <a:chExt cx="3320844" cy="258449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4771F01-1169-4FAA-92A7-9BA5213F7C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715630" y="35629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A6467DF-2705-4CEA-89A7-1A3BA74153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2797044" y="53948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D094C2FD-308F-4E09-AA06-01AD29CE22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94116">
                  <a:off x="3379609" y="4921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1FC2F09A-EF6A-4917-8FFA-3774D7EF08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224933" y="54039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26800B15-8719-4F5B-8F58-53855BDE95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20511">
                  <a:off x="1501214" y="44678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060517-9A25-43E6-B6DC-78F5C2A512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70182">
                  <a:off x="1498765" y="38310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5A4FDB8-69B8-49BF-A53C-9EC9BB41B0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85186" y="52405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A5F664DE-D0C5-4BE7-9A6B-AF15B20C9E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32353" y="55037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BC33845C-38B9-4140-97F2-EF6EB4EA4C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057924" y="436749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7A61A664-4553-4EB7-82AF-56DE481E20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2709512">
                <a:off x="1716296" y="4259020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989346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6A5950C0-4E9C-405D-A365-A110A2D6A80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317669D-BEBC-BC44-87A5-B7CF5489902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19BC1D80-8278-45B6-84D6-4FB8E4D9DC98}"/>
                </a:ext>
              </a:extLst>
            </p:cNvPr>
            <p:cNvGrpSpPr/>
            <p:nvPr/>
          </p:nvGrpSpPr>
          <p:grpSpPr>
            <a:xfrm>
              <a:off x="4792223" y="1890860"/>
              <a:ext cx="3563437" cy="3203922"/>
              <a:chOff x="5899832" y="3488495"/>
              <a:chExt cx="3563437" cy="320392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531BD7C6-29FA-4121-9470-9D8879C43402}"/>
                  </a:ext>
                </a:extLst>
              </p:cNvPr>
              <p:cNvGrpSpPr/>
              <p:nvPr/>
            </p:nvGrpSpPr>
            <p:grpSpPr>
              <a:xfrm>
                <a:off x="5899832" y="3488495"/>
                <a:ext cx="3563437" cy="3203922"/>
                <a:chOff x="5674986" y="3245227"/>
                <a:chExt cx="3563437" cy="3203922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73B3E977-0A6E-4D16-B270-B6E1A5677C11}"/>
                    </a:ext>
                  </a:extLst>
                </p:cNvPr>
                <p:cNvGrpSpPr/>
                <p:nvPr/>
              </p:nvGrpSpPr>
              <p:grpSpPr>
                <a:xfrm>
                  <a:off x="5674986" y="3245227"/>
                  <a:ext cx="3563437" cy="3203922"/>
                  <a:chOff x="7283129" y="3426077"/>
                  <a:chExt cx="3563437" cy="3203922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34A9C65D-50D7-4DE4-B2D4-4832C36156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737584" y="57820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84C6CB2A-714D-4592-8555-8B94C564F5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76657">
                    <a:off x="8552781" y="59863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F446EC98-7B48-4AEA-8D4A-F434B0B28F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92789">
                    <a:off x="7283129" y="54453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31F73ED7-91B1-4F6C-B472-DB16A9D3BC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003817">
                    <a:off x="9322312" y="542528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A6EFA189-543D-40C5-9319-CED193AA31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406566" y="449799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95B2DFE4-F6B3-4185-9DA3-59EFF230F4F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0497">
                    <a:off x="7354552" y="382423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4A59764B-9BAD-43F5-8749-A0EA8BD007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004945" y="44499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AD39910B-B854-4C65-B3FF-7BFE6531B6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61840">
                    <a:off x="8799253" y="383011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EAB38D5-59A1-4A7D-9EB8-37972B9B42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212213" y="5108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993535B5-0B66-4E12-8174-701C1C4D2F8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5975581" y="487554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123115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3F0C03BD-874D-430E-92C0-2D45A27338B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C3E0E41-6D16-2545-B0BC-AFB1F4FBD9E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CF2C19E-FC92-4FA9-8EEB-6B0BDAFCC950}"/>
                </a:ext>
              </a:extLst>
            </p:cNvPr>
            <p:cNvGrpSpPr/>
            <p:nvPr/>
          </p:nvGrpSpPr>
          <p:grpSpPr>
            <a:xfrm>
              <a:off x="4817384" y="1854719"/>
              <a:ext cx="3071575" cy="3399706"/>
              <a:chOff x="439297" y="174019"/>
              <a:chExt cx="3071575" cy="339970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8A3BEC78-77E8-4E1F-BE6C-AA014305BDE2}"/>
                  </a:ext>
                </a:extLst>
              </p:cNvPr>
              <p:cNvGrpSpPr/>
              <p:nvPr/>
            </p:nvGrpSpPr>
            <p:grpSpPr>
              <a:xfrm>
                <a:off x="439297" y="174019"/>
                <a:ext cx="3071575" cy="3399706"/>
                <a:chOff x="-28976" y="-58115"/>
                <a:chExt cx="3071575" cy="339970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F620D0B-DF15-4121-BC80-CC16ABBF3B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5497" y="15997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F8BDC196-EB6B-418C-8CC3-31BEA65B03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-28976" y="11674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16674339-B458-44C2-A790-2F61AD930D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86540">
                  <a:off x="318080" y="3400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17605B00-0CF4-4DA6-A787-719E2D827E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84686">
                  <a:off x="-207316" y="21370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54F2DB9C-9774-4454-A326-DDD4684ADA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22073">
                  <a:off x="725332" y="901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27E378B3-0728-441B-9CE6-DAA8B740E6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019640">
                  <a:off x="1203899" y="17575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D89793E7-EF75-4689-8616-52F38C73B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28858" y="12232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86273288-284E-4FB9-949C-D7F0EC8B1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02599" y="4261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8DC6AD83-489C-49A6-9630-FE05EFDC0B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 flipV="1">
                  <a:off x="1597500" y="229974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7AA6E876-9612-4BFA-BE01-40E756BF48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909139" y="2546818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03389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46EEC3EF-C0BC-47E3-B5CB-CEC74CE1A80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B5F5F62-4E13-2C47-8FC8-9AB331F7FE5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9AC6E82-E81D-43BC-90B1-1762D76CDCA8}"/>
                </a:ext>
              </a:extLst>
            </p:cNvPr>
            <p:cNvGrpSpPr/>
            <p:nvPr/>
          </p:nvGrpSpPr>
          <p:grpSpPr>
            <a:xfrm>
              <a:off x="4626876" y="2182083"/>
              <a:ext cx="3738051" cy="2963050"/>
              <a:chOff x="3683309" y="448384"/>
              <a:chExt cx="3738051" cy="296305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0B6745CB-A3CF-4313-B1E2-A2961ACA570A}"/>
                  </a:ext>
                </a:extLst>
              </p:cNvPr>
              <p:cNvGrpSpPr/>
              <p:nvPr/>
            </p:nvGrpSpPr>
            <p:grpSpPr>
              <a:xfrm>
                <a:off x="4359439" y="448384"/>
                <a:ext cx="3061921" cy="2963050"/>
                <a:chOff x="4678237" y="591589"/>
                <a:chExt cx="3061921" cy="2963050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1689FDA4-F4F6-4E00-B2CF-8008F4639F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006787" y="16233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093D63B-B374-4C8C-9814-558DD4A76F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0241">
                  <a:off x="5238673" y="22702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EA8868A7-6615-4D58-BA3D-37AB3AEB73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687407" y="26329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80D4B69-6D4A-4A2B-A0AE-613A004B06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76163">
                  <a:off x="4958036" y="5915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16E67776-27E2-47B8-AF83-13C5127E6B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1962">
                  <a:off x="4280084" y="12010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938ED0D7-94D5-4F31-8436-B46B7D6291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54889">
                  <a:off x="5911537" y="25127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373EA7B2-CEC1-4023-8441-0E544F82B5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89049" y="19384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959D635B-03BC-4878-983E-31A215E08E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092274">
                  <a:off x="5532580" y="10626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094A5BBF-2781-4A6B-ABF0-37F3A72B17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300158" y="90029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A4F91747-7A75-47F5-A936-7721EFB31F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3022347">
                <a:off x="3683309" y="2193235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305805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35A37E10-175D-4AB8-8810-1F5D8CA11B5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610D5C5-A1CF-934F-A7FC-E19FE8B0DCE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3AE2FCF-08FB-42B1-9262-3E87303D4967}"/>
                </a:ext>
              </a:extLst>
            </p:cNvPr>
            <p:cNvGrpSpPr/>
            <p:nvPr/>
          </p:nvGrpSpPr>
          <p:grpSpPr>
            <a:xfrm>
              <a:off x="4710499" y="1930171"/>
              <a:ext cx="3539001" cy="3339657"/>
              <a:chOff x="8507028" y="-87278"/>
              <a:chExt cx="3539001" cy="333965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43DF8EC-D916-4546-921F-301755FA72D0}"/>
                  </a:ext>
                </a:extLst>
              </p:cNvPr>
              <p:cNvGrpSpPr/>
              <p:nvPr/>
            </p:nvGrpSpPr>
            <p:grpSpPr>
              <a:xfrm>
                <a:off x="8507028" y="-87278"/>
                <a:ext cx="3539001" cy="3339657"/>
                <a:chOff x="7527333" y="851584"/>
                <a:chExt cx="3539001" cy="333965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26221D06-F2B3-41B5-BD0D-8545090A25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6198">
                  <a:off x="8460748" y="31493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FE260D58-AE51-4103-B4D7-F33D4F610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819311">
                  <a:off x="9200322" y="1659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1EAE5A9D-0741-440D-99E7-7617EF65CD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51700">
                  <a:off x="7527333" y="15650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06D9F75-653E-4351-8ECA-518D813F55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922818" y="12497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6AC9F5E1-9ADD-4D62-ACB2-28FF727073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806184" y="21972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548A2AA-5A8D-42D5-8D85-8F1B04D28D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99216">
                  <a:off x="9635004" y="16293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8868935-DD64-450B-9E20-F15E31BD8F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626334" y="26271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1B2F0353-08D9-4026-BF0B-91867C5502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31028">
                  <a:off x="7727902" y="30011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45DFE9D3-B092-468F-B0A0-1769D9B30B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594273" y="327599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0484BF7-08FE-4E95-AA54-0ACA6E65C0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9149355" y="365379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998439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945360B0-E4DA-4250-B137-8A9B47610E7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558F87A-ADD4-DD43-9BFE-DD4CAC443B6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CFC7DBB7-1465-41F5-B7A3-A3EF36CCE551}"/>
                </a:ext>
              </a:extLst>
            </p:cNvPr>
            <p:cNvGrpSpPr/>
            <p:nvPr/>
          </p:nvGrpSpPr>
          <p:grpSpPr>
            <a:xfrm>
              <a:off x="4623615" y="2151344"/>
              <a:ext cx="3496157" cy="3136352"/>
              <a:chOff x="1474897" y="3720731"/>
              <a:chExt cx="3496157" cy="313635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5A6D0FAE-7B76-454B-859D-D27F1601634D}"/>
                  </a:ext>
                </a:extLst>
              </p:cNvPr>
              <p:cNvGrpSpPr/>
              <p:nvPr/>
            </p:nvGrpSpPr>
            <p:grpSpPr>
              <a:xfrm>
                <a:off x="1474897" y="3720731"/>
                <a:ext cx="3496157" cy="3136352"/>
                <a:chOff x="1225857" y="3422868"/>
                <a:chExt cx="3496157" cy="3136352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E14254E3-5CFA-427C-AB10-5D862E2178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55899">
                  <a:off x="2208496" y="38210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D2E1CF8-E99F-43C2-A6E8-1D0F8BF303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2138017" y="50463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A4D0AFC-DED0-46E3-AA05-CCD96FB7D1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030816">
                  <a:off x="3282014" y="36061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543489F7-676C-44F0-9E21-E5D8A39A1E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7157">
                  <a:off x="3379609" y="4921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60FAEBC-56CF-45F4-A222-082AB6AB96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535195" y="53249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59A19E7E-B9EA-45FA-B864-8EF0966A06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7636">
                  <a:off x="3447704" y="55173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6BF1E5AA-3DE8-4E03-9C17-EDAA0D76FF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21356">
                  <a:off x="1225857" y="44688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0FA3208-A852-4DD9-9F0E-DC68842749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821029" y="44334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964F55F4-E5D9-4BEB-A061-6D26E86157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461643" y="542481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4144CC8E-3474-4DF5-A6B5-BD54D8CF115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9138526">
                <a:off x="1652459" y="4116846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856623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DE876D7B-6398-4547-A987-3D909B6ABD1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3E74B14-F396-3448-919E-A69040D1B7B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57927DF-931B-4B2D-AAC4-7615C2AF9CE7}"/>
                </a:ext>
              </a:extLst>
            </p:cNvPr>
            <p:cNvGrpSpPr/>
            <p:nvPr/>
          </p:nvGrpSpPr>
          <p:grpSpPr>
            <a:xfrm>
              <a:off x="5250054" y="1787830"/>
              <a:ext cx="2730239" cy="3315320"/>
              <a:chOff x="6576455" y="3234588"/>
              <a:chExt cx="2730239" cy="331532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3F49341-2B5C-4061-A078-A4631D008A9B}"/>
                  </a:ext>
                </a:extLst>
              </p:cNvPr>
              <p:cNvGrpSpPr/>
              <p:nvPr/>
            </p:nvGrpSpPr>
            <p:grpSpPr>
              <a:xfrm>
                <a:off x="6576455" y="3234588"/>
                <a:ext cx="2730239" cy="3315320"/>
                <a:chOff x="6132357" y="3163282"/>
                <a:chExt cx="2730239" cy="3315320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80C437BF-6900-496E-AA5B-51D52EAEA448}"/>
                    </a:ext>
                  </a:extLst>
                </p:cNvPr>
                <p:cNvGrpSpPr/>
                <p:nvPr/>
              </p:nvGrpSpPr>
              <p:grpSpPr>
                <a:xfrm>
                  <a:off x="6132357" y="3163282"/>
                  <a:ext cx="2730239" cy="3315320"/>
                  <a:chOff x="7740500" y="3344132"/>
                  <a:chExt cx="2730239" cy="3315320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481E019B-E532-49EF-8733-5E21369C34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190314">
                    <a:off x="7402920" y="561760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739D1BE1-DB1A-46E7-891F-CBC20ADDBB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34278">
                    <a:off x="7506211" y="484613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BDB9958-A1F1-4C92-9B7F-5D2DB17EFF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129272" y="57536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13C4DC76-E7B0-4469-A5FB-4A68381E893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3691">
                    <a:off x="9258830" y="56143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22B1211B-C7F9-4EA5-949B-9399195F27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003817">
                    <a:off x="9030739" y="45146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A1320515-40DC-493B-98F8-54DC9A588A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917895">
                    <a:off x="8253586" y="39041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8DA2FE2-446F-4E8A-B898-F1F7517FADD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0497">
                    <a:off x="7342347" y="37422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A7E4FA-2FF2-469A-80C9-82D1A7C206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030739" y="3906581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AB1EA18-EE2A-409C-BC57-E9AF60A463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212213" y="5108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08EC867-87F7-422A-A39B-2D045E097D7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2753751">
                <a:off x="6489353" y="4374468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535664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E01B3D59-F149-41BD-BC62-2127D8B771E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25B9BA7-2A96-A449-95A0-D30C380797C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E3EED2E-D999-4094-8171-D1AA3408F033}"/>
                </a:ext>
              </a:extLst>
            </p:cNvPr>
            <p:cNvGrpSpPr/>
            <p:nvPr/>
          </p:nvGrpSpPr>
          <p:grpSpPr>
            <a:xfrm>
              <a:off x="4665734" y="1962452"/>
              <a:ext cx="3389993" cy="3386410"/>
              <a:chOff x="79160" y="64465"/>
              <a:chExt cx="3389993" cy="338641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9D8E8C91-DB54-4915-9610-4DDE91EA0B09}"/>
                  </a:ext>
                </a:extLst>
              </p:cNvPr>
              <p:cNvGrpSpPr/>
              <p:nvPr/>
            </p:nvGrpSpPr>
            <p:grpSpPr>
              <a:xfrm>
                <a:off x="79160" y="64465"/>
                <a:ext cx="3389993" cy="3386410"/>
                <a:chOff x="-133318" y="13444"/>
                <a:chExt cx="3389993" cy="3386410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CA13999-1A18-4FAA-8384-CF3F8C7B5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07031">
                  <a:off x="-133318" y="2141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959EE1C-2962-4C3D-B947-13A93D537E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-28976" y="11674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A11931C7-2A52-48CC-8069-B05CC21C2B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91824" y="868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FA421BFD-A32D-4858-A8F0-173B7678E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84686">
                  <a:off x="1027887" y="4115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67AE69E-9CC5-48A9-B269-6D1E5FED3E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816675" y="1326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89B31997-EE4B-4E34-BD31-4838402F1E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9908">
                  <a:off x="1358465" y="2000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9E5E9E5A-C7AF-4F8F-9081-2F54D25257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123107" y="23580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67D7DC9-AF7C-43C2-B494-5BB2FEAC6E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01227" y="187745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8560F34-D937-4BC8-9361-C2BEC45734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12808">
                  <a:off x="1873555" y="73450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5ABD63D-560D-466B-AC3C-46C20008A1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185419" y="50126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264690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016402B3-44DB-4261-8C0D-42E26C99D33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2FBDEA9-67EA-D941-8EBC-A0AE7D585C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10951DC-5032-4280-B224-E58199EC0942}"/>
                </a:ext>
              </a:extLst>
            </p:cNvPr>
            <p:cNvGrpSpPr/>
            <p:nvPr/>
          </p:nvGrpSpPr>
          <p:grpSpPr>
            <a:xfrm>
              <a:off x="5071030" y="1785870"/>
              <a:ext cx="3202847" cy="3596450"/>
              <a:chOff x="4204419" y="91490"/>
              <a:chExt cx="3202847" cy="359645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4067B0D-86D5-44A0-9E78-6F7DA050AA36}"/>
                  </a:ext>
                </a:extLst>
              </p:cNvPr>
              <p:cNvGrpSpPr/>
              <p:nvPr/>
            </p:nvGrpSpPr>
            <p:grpSpPr>
              <a:xfrm>
                <a:off x="4221285" y="91490"/>
                <a:ext cx="3185981" cy="3479751"/>
                <a:chOff x="4402279" y="180296"/>
                <a:chExt cx="3185981" cy="347975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4D778B39-D97D-4573-89F9-821481D771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051224" y="5784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E23800C-4E62-4B29-A3B5-C283526F2C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238673" y="22702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845365EF-748A-4EA5-B29D-5DEA6DA67A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61167">
                  <a:off x="5727976" y="10212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755E9A41-EB12-4CE7-AECD-7772C626EC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1962">
                  <a:off x="4757123" y="26182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FEB07646-9878-4CD0-BFD7-CADD44E578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53620" y="1324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D31CEF6-180F-4D24-A88E-96314908F3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04126" y="20635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98E8CEDA-138F-46AA-9CB3-6A67063A80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092274">
                  <a:off x="5687993" y="16031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9E6E5D1A-6D14-4BCB-A69C-CA77150097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48260" y="25232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E4268B98-5FA5-4AB9-B19F-4668B1EE4E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060506" y="82892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FD544073-769E-4679-A968-16F8C266D7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2865386">
                <a:off x="3793374" y="2658985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462478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7E071C4D-3F52-4F02-9840-C077E5F6B1B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56D952B-BBB9-E24D-B5A8-66CD2238DA1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8B3A735-858B-4BCD-A0A6-8122BECA7C58}"/>
                </a:ext>
              </a:extLst>
            </p:cNvPr>
            <p:cNvGrpSpPr/>
            <p:nvPr/>
          </p:nvGrpSpPr>
          <p:grpSpPr>
            <a:xfrm>
              <a:off x="4983703" y="1853661"/>
              <a:ext cx="2791564" cy="3411109"/>
              <a:chOff x="7520259" y="151566"/>
              <a:chExt cx="2791564" cy="3411109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DAD34AF0-B4AF-4A96-B194-74FA310D0C9B}"/>
                  </a:ext>
                </a:extLst>
              </p:cNvPr>
              <p:cNvGrpSpPr/>
              <p:nvPr/>
            </p:nvGrpSpPr>
            <p:grpSpPr>
              <a:xfrm>
                <a:off x="7520259" y="151566"/>
                <a:ext cx="2791564" cy="3411109"/>
                <a:chOff x="7810260" y="780132"/>
                <a:chExt cx="2791564" cy="3411109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1309CCDB-A5D4-4753-BCF6-48D005B10E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6198">
                  <a:off x="8460748" y="31493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919D39E0-95B9-4E6E-BFF5-ECA476EFCF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251543" y="15413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0F09CA6F-77D5-41FC-8321-E4517E3D15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810261" y="15248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03BFBFD-49C6-47BF-A3AA-92F918342B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40088" y="17116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C5BCC28-C80F-4E86-965B-C002077713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168787">
                  <a:off x="9559978" y="13307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0F976018-CFE0-46B2-AD93-5DE4FCAE2A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38012">
                  <a:off x="9263987" y="25273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7DE4C324-CD19-4F67-81BF-14E0A8E19A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94522">
                  <a:off x="8530260" y="11782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B166C1BC-AEAA-4347-906F-23BA4FEB66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44861">
                  <a:off x="9513519" y="30154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28C8FC8-84E3-4A1E-8FE6-13AC197E02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810260" y="312111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92F2888-B658-4C47-BD0C-39554981F1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7647954" y="1575131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763155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0C4ABC5B-6DC3-4812-B9BA-CD73070BAD6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68FF2AB-C55B-B74D-B075-5AA9600BC09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1A6443D-D4FB-451B-86BD-5C2BBB0E89F4}"/>
                </a:ext>
              </a:extLst>
            </p:cNvPr>
            <p:cNvGrpSpPr/>
            <p:nvPr/>
          </p:nvGrpSpPr>
          <p:grpSpPr>
            <a:xfrm>
              <a:off x="4867773" y="2113160"/>
              <a:ext cx="3224453" cy="3000434"/>
              <a:chOff x="1012579" y="3613679"/>
              <a:chExt cx="3224453" cy="3000434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A134A639-B2F6-42E7-9CAA-90DF28A511C8}"/>
                  </a:ext>
                </a:extLst>
              </p:cNvPr>
              <p:cNvGrpSpPr/>
              <p:nvPr/>
            </p:nvGrpSpPr>
            <p:grpSpPr>
              <a:xfrm>
                <a:off x="1240110" y="3613679"/>
                <a:ext cx="2996922" cy="3000434"/>
                <a:chOff x="1599697" y="3443851"/>
                <a:chExt cx="2996922" cy="300043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E9A7515B-2954-49FF-8200-DE308912DB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55899">
                  <a:off x="2360711" y="38445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606A03A2-548D-43FB-AC44-885F6DFCBD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2138017" y="50463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8A247FB-21CF-468C-A9A1-0878BE3B7B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3051451" y="45271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6E81CFDB-AE67-4109-9A3D-B53F1EEEA6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7157">
                  <a:off x="1435068" y="38420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50DB5E31-81E6-4688-A513-8D6D4AE6BD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7636">
                  <a:off x="2790976" y="54024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D07840AD-D5E0-458A-96CF-4172751DF3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054003" y="34830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D3029EA2-8247-4516-BB77-5B00440701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599697" y="42886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EAE9A01A-8D94-400C-B8CF-5F0649C0D6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97383">
                  <a:off x="3156619" y="52000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B76FDEA0-E392-46DE-9C06-B98937ED88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050896" y="384907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63A5B13-8069-4645-BF29-0763CFDD01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8316577">
                <a:off x="1012579" y="5594297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770448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6037338B-53A7-4F19-97DA-E939331968C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F9CCC6F-F275-2D49-B845-93FBB8A7277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EF06222-5865-4E4F-A641-CFCE977F6320}"/>
                </a:ext>
              </a:extLst>
            </p:cNvPr>
            <p:cNvGrpSpPr/>
            <p:nvPr/>
          </p:nvGrpSpPr>
          <p:grpSpPr>
            <a:xfrm>
              <a:off x="5093127" y="1956019"/>
              <a:ext cx="2937728" cy="3320137"/>
              <a:chOff x="6154410" y="3304510"/>
              <a:chExt cx="2937728" cy="332013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34D3595-41D5-4F86-A059-DF4A998E19FD}"/>
                  </a:ext>
                </a:extLst>
              </p:cNvPr>
              <p:cNvGrpSpPr/>
              <p:nvPr/>
            </p:nvGrpSpPr>
            <p:grpSpPr>
              <a:xfrm>
                <a:off x="6154410" y="3304510"/>
                <a:ext cx="2937728" cy="3320137"/>
                <a:chOff x="5924868" y="3327578"/>
                <a:chExt cx="2937728" cy="3320137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43368F29-51A0-4D84-AC8C-739434052FE3}"/>
                    </a:ext>
                  </a:extLst>
                </p:cNvPr>
                <p:cNvGrpSpPr/>
                <p:nvPr/>
              </p:nvGrpSpPr>
              <p:grpSpPr>
                <a:xfrm>
                  <a:off x="5924868" y="3327578"/>
                  <a:ext cx="2937728" cy="3320137"/>
                  <a:chOff x="7533011" y="3508428"/>
                  <a:chExt cx="2937728" cy="3320137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62E9799C-C495-453F-8E06-5DD93E7796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64554">
                    <a:off x="7134858" y="560675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6B2BAEFA-E7CE-4501-B4F5-34E4D819FFD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209048" y="578245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F88DD740-4C2D-41BC-9BCF-98547FC956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466333" y="39158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AE50CECD-82C3-41DC-9532-3B91FC1623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030739" y="45146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F634377E-D22D-4EC2-A0A9-F4C406CA92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008264">
                    <a:off x="7238471" y="424994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8A772E6F-605F-4A1E-9161-F602CE52AF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0497">
                    <a:off x="8935690" y="57867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AC0F7922-1B1D-4D77-866F-9D4B4E10227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151209">
                    <a:off x="7799185" y="395917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36C670B3-7E69-4A7A-B3D1-0495C1EAFB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61600">
                    <a:off x="9030739" y="3906581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D02D60FB-304B-49DD-8803-6F5B50828C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212213" y="5108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1A29C78-993F-4621-9C1B-506BF06D20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6320004" y="4681318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213685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7FB52297-F7FC-415A-961A-EE1A36B5799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C4AEC8B-789F-3E4C-B26E-269D6C5DDB1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8DF73EB-1274-4A87-8015-BC0FF34CBC4F}"/>
                </a:ext>
              </a:extLst>
            </p:cNvPr>
            <p:cNvGrpSpPr/>
            <p:nvPr/>
          </p:nvGrpSpPr>
          <p:grpSpPr>
            <a:xfrm>
              <a:off x="5046113" y="1981467"/>
              <a:ext cx="2867774" cy="3237065"/>
              <a:chOff x="475582" y="-60162"/>
              <a:chExt cx="2867774" cy="3237065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5CEDAAC8-E20E-4473-AEFC-1ACF55F660B1}"/>
                  </a:ext>
                </a:extLst>
              </p:cNvPr>
              <p:cNvGrpSpPr/>
              <p:nvPr/>
            </p:nvGrpSpPr>
            <p:grpSpPr>
              <a:xfrm>
                <a:off x="507159" y="-60162"/>
                <a:ext cx="2836197" cy="3237065"/>
                <a:chOff x="246032" y="-53717"/>
                <a:chExt cx="2836197" cy="3237065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1ECCF81E-EB2A-428D-907C-B16911346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18622">
                  <a:off x="-133318" y="2141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8EF2430F-F149-4E60-AF5B-A3385F74CE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017153">
                  <a:off x="448077" y="17068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156607C-189B-4F3A-B0BB-C7A74B511B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91824" y="868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7A4A999D-9E7E-454D-A086-FFCF7071A2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027887" y="4115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73279088-0673-4DE4-B0BA-C69BE60E0A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611162" y="3089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E3F6FB92-4CD6-4B12-B2DB-36D7AE72BB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9908">
                  <a:off x="1358465" y="2000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F10757E0-51DA-4D2E-ABB3-5C5DE1387F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042002">
                  <a:off x="1627736" y="21658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E22268F7-D574-46C7-8B6C-605092FC60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42229" y="10441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F2004072-6033-4B79-B740-C008742CBF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553457" flipV="1">
                  <a:off x="-152121" y="34443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ADA81C7F-C381-4B93-AC2B-BC5E1DFA83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7361464">
                <a:off x="64537" y="1279384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276990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群組 26">
            <a:extLst>
              <a:ext uri="{FF2B5EF4-FFF2-40B4-BE49-F238E27FC236}">
                <a16:creationId xmlns:a16="http://schemas.microsoft.com/office/drawing/2014/main" id="{84904E5F-BA9C-4AFF-B1A8-2EB9E126D0A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5E376F4-4B6B-1243-BD63-DF7BC59743D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84DFF27D-F056-452E-A715-3CF0D29784A9}"/>
                </a:ext>
              </a:extLst>
            </p:cNvPr>
            <p:cNvGrpSpPr/>
            <p:nvPr/>
          </p:nvGrpSpPr>
          <p:grpSpPr>
            <a:xfrm>
              <a:off x="4960484" y="1893907"/>
              <a:ext cx="3287619" cy="3102316"/>
              <a:chOff x="4029023" y="0"/>
              <a:chExt cx="3287619" cy="3102316"/>
            </a:xfrm>
          </p:grpSpPr>
          <p:grpSp>
            <p:nvGrpSpPr>
              <p:cNvPr id="16" name="群組 15">
                <a:extLst>
                  <a:ext uri="{FF2B5EF4-FFF2-40B4-BE49-F238E27FC236}">
                    <a16:creationId xmlns:a16="http://schemas.microsoft.com/office/drawing/2014/main" id="{30AC5AB9-9BCF-4EB0-8A1D-96C985D640AC}"/>
                  </a:ext>
                </a:extLst>
              </p:cNvPr>
              <p:cNvGrpSpPr/>
              <p:nvPr/>
            </p:nvGrpSpPr>
            <p:grpSpPr>
              <a:xfrm>
                <a:off x="4029023" y="0"/>
                <a:ext cx="3287619" cy="3102316"/>
                <a:chOff x="4300641" y="273821"/>
                <a:chExt cx="3287619" cy="3102316"/>
              </a:xfrm>
            </p:grpSpPr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4C9B81F-0162-4207-BDE4-40C9CE5A2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115956" y="18657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A43DD173-C825-4693-ADAD-C3EEC90387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0925">
                  <a:off x="5496194" y="23346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208E2AF1-7B69-42AC-9196-0D3BBD433A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61167">
                  <a:off x="5804975" y="7900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5DCB8FCA-71AC-4A90-9878-D201615A32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300641" y="27324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75A804B5-D528-46EF-8CF1-D635FF42C7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7760">
                  <a:off x="4353620" y="1324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26982D06-9F43-4847-BFCD-8843F66D31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151167" y="13038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A0BF5CAC-468C-487A-86A2-98ED00AF8E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63239">
                  <a:off x="5842356" y="16549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A2122855-C530-41E0-A928-2F19D8B204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48260" y="25232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734C506B-8D55-493A-9B2F-8E8EF757EB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481557" y="67197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15838A8D-B01A-4AFB-9238-207D93036A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4477453" y="1861849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466366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FBA9706A-FE9B-4582-ADCB-F9D75948C68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EEAAE4E-7756-CE49-AE89-45313EBF8AD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B95B0E7-7CF0-4511-858B-73DFBA8D6DB3}"/>
                </a:ext>
              </a:extLst>
            </p:cNvPr>
            <p:cNvGrpSpPr/>
            <p:nvPr/>
          </p:nvGrpSpPr>
          <p:grpSpPr>
            <a:xfrm>
              <a:off x="5128292" y="2040817"/>
              <a:ext cx="3173432" cy="3335076"/>
              <a:chOff x="7593196" y="137489"/>
              <a:chExt cx="3173432" cy="333507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2286D0B6-F308-415C-BDC7-ED3465F7ED42}"/>
                  </a:ext>
                </a:extLst>
              </p:cNvPr>
              <p:cNvGrpSpPr/>
              <p:nvPr/>
            </p:nvGrpSpPr>
            <p:grpSpPr>
              <a:xfrm>
                <a:off x="7593196" y="137489"/>
                <a:ext cx="3173432" cy="3335076"/>
                <a:chOff x="7943066" y="932577"/>
                <a:chExt cx="3173432" cy="3335076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31C47FA1-8350-45E9-8018-BC1630B168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6198">
                  <a:off x="9014616" y="32258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5E205AE-1A4A-486A-B729-78136FDCC7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43284">
                  <a:off x="9676498" y="20069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B6913377-A57B-4675-98B0-901261FC29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810261" y="15248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7BAF1F9-BBFE-4571-A43F-0AA52C7499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962228" y="17253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BF4E01F-0BEC-4D46-A3DE-FEDC03957A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168787">
                  <a:off x="9559978" y="13307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4DA061FB-98A4-452E-AA1E-6CEFCE3170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124845" y="26919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8280AFF5-3C1C-4887-9BAA-120EEC3E0F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530260" y="11782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3CD254CF-FB79-4DA0-928D-CD41913DFB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544913" y="24622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73F9CEE6-8207-4AC7-A03C-19D450314D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312257" y="324667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FAF4B317-02B6-4FB6-A211-8B2BA9A91E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7627477" y="1489536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7947318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群組 30">
            <a:extLst>
              <a:ext uri="{FF2B5EF4-FFF2-40B4-BE49-F238E27FC236}">
                <a16:creationId xmlns:a16="http://schemas.microsoft.com/office/drawing/2014/main" id="{62EE82A1-CD2B-4F10-ABD8-0DC235B0CE8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506AEF6-0CF5-9C45-85A3-C8B2261887A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376F5092-F19A-4120-9447-688967A0C009}"/>
                </a:ext>
              </a:extLst>
            </p:cNvPr>
            <p:cNvGrpSpPr/>
            <p:nvPr/>
          </p:nvGrpSpPr>
          <p:grpSpPr>
            <a:xfrm>
              <a:off x="4964259" y="1831094"/>
              <a:ext cx="3045428" cy="3537812"/>
              <a:chOff x="2396648" y="3233784"/>
              <a:chExt cx="3045428" cy="3537812"/>
            </a:xfrm>
          </p:grpSpPr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FAB1B5B3-959C-482F-A7B3-25B9ABC557BF}"/>
                  </a:ext>
                </a:extLst>
              </p:cNvPr>
              <p:cNvGrpSpPr/>
              <p:nvPr/>
            </p:nvGrpSpPr>
            <p:grpSpPr>
              <a:xfrm>
                <a:off x="2396648" y="3233784"/>
                <a:ext cx="2758301" cy="3537812"/>
                <a:chOff x="2396648" y="3233784"/>
                <a:chExt cx="2758301" cy="3537812"/>
              </a:xfrm>
            </p:grpSpPr>
            <p:grpSp>
              <p:nvGrpSpPr>
                <p:cNvPr id="21" name="群組 20">
                  <a:extLst>
                    <a:ext uri="{FF2B5EF4-FFF2-40B4-BE49-F238E27FC236}">
                      <a16:creationId xmlns:a16="http://schemas.microsoft.com/office/drawing/2014/main" id="{670401E0-8FEB-4D30-B95C-4DE52A79C7B8}"/>
                    </a:ext>
                  </a:extLst>
                </p:cNvPr>
                <p:cNvGrpSpPr/>
                <p:nvPr/>
              </p:nvGrpSpPr>
              <p:grpSpPr>
                <a:xfrm>
                  <a:off x="2396648" y="3277940"/>
                  <a:ext cx="2758301" cy="3493656"/>
                  <a:chOff x="1543535" y="3114990"/>
                  <a:chExt cx="2758301" cy="3493656"/>
                </a:xfrm>
              </p:grpSpPr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2E1A7FA0-2295-48ED-B246-1A22E97E81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287686">
                    <a:off x="1543535" y="54301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BD5E6D8A-29D8-4EAD-8E70-427203DBC0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2536475" y="381614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18B9AC97-4FB6-4AAC-93EB-DC9D85DB6B5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817157">
                    <a:off x="1588502" y="406289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39DA9F23-10A0-4DB7-834C-ACD35B351F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2270053" y="55667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F77F9B7E-6B22-46FF-A8FE-733FEFAA41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980466">
                    <a:off x="3253743" y="53134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2DC7BCF4-48AB-4A6F-A10D-BAB49999AE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1625764" y="46239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160A1C5A-E984-44B3-B39F-AC5009D33A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2384716" y="52363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65576C88-A861-4079-99BD-211ABFC202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36590">
                    <a:off x="3259990" y="3513143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4BA85F97-AD3E-4817-BB1E-6A1B9BEF34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6157" t="39472" r="63843" b="35944"/>
                <a:stretch/>
              </p:blipFill>
              <p:spPr>
                <a:xfrm rot="18891881">
                  <a:off x="2361137" y="3644829"/>
                  <a:ext cx="1440000" cy="617910"/>
                </a:xfrm>
                <a:prstGeom prst="rect">
                  <a:avLst/>
                </a:prstGeom>
              </p:spPr>
            </p:pic>
          </p:grpSp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0EAD9D2A-497C-4984-98EB-FC1BEBF1BDA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4002076" y="4819348"/>
                <a:ext cx="1440000" cy="64369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874050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ADF340F0-46EC-4997-AD06-10C71C99ECD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74591FD-39DE-014D-8DED-A3E70968C05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939201AF-EC2A-4AF0-A0B3-CAF5090E9106}"/>
                </a:ext>
              </a:extLst>
            </p:cNvPr>
            <p:cNvGrpSpPr/>
            <p:nvPr/>
          </p:nvGrpSpPr>
          <p:grpSpPr>
            <a:xfrm>
              <a:off x="4713909" y="2279793"/>
              <a:ext cx="3500378" cy="2640413"/>
              <a:chOff x="6001573" y="3778951"/>
              <a:chExt cx="3500378" cy="264041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492DB6FB-3AB6-4307-9D5A-DACE8DEEA57A}"/>
                  </a:ext>
                </a:extLst>
              </p:cNvPr>
              <p:cNvGrpSpPr/>
              <p:nvPr/>
            </p:nvGrpSpPr>
            <p:grpSpPr>
              <a:xfrm>
                <a:off x="6135516" y="3778951"/>
                <a:ext cx="3366435" cy="2640413"/>
                <a:chOff x="5691418" y="3707645"/>
                <a:chExt cx="3366435" cy="2640413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94C0B56A-AC23-4536-B1A6-2D1E637276EB}"/>
                    </a:ext>
                  </a:extLst>
                </p:cNvPr>
                <p:cNvGrpSpPr/>
                <p:nvPr/>
              </p:nvGrpSpPr>
              <p:grpSpPr>
                <a:xfrm>
                  <a:off x="6253906" y="3707645"/>
                  <a:ext cx="2803947" cy="2640413"/>
                  <a:chOff x="7862049" y="3888495"/>
                  <a:chExt cx="2803947" cy="2640413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145B7194-2625-4F1D-A7F7-7082D69D4B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64554">
                    <a:off x="7490949" y="47947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8B9A28BA-8B89-4A74-8D26-E858A2AAC3A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304145">
                    <a:off x="7862049" y="58852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4E4D5C60-F5D7-464A-A6FF-5BE4201F5BA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466333" y="39158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4B97123F-4B90-4BBA-AC00-8853A54FE6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262318" y="42866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D754266F-26A3-4F43-8CEE-257307027F4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152144" y="576848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FCA50918-D15A-45F4-87F4-4D7AAB8EE3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323335">
                    <a:off x="9225996" y="49076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96D47311-9968-4F92-AD67-224C21DC6C1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636732" y="54517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535356DA-B63B-466A-B23B-C8205FD6B4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61600">
                    <a:off x="8609543" y="447481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1BDF457F-9DD7-4490-BB69-4953ED524B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08769">
                  <a:off x="5691418" y="391260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E2868738-03DE-4EC1-A12E-BA7C196552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2158717">
                <a:off x="6001573" y="5236604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26459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768F7B0-2CC7-4985-B137-D30642D1AB4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824BD45-64C1-C742-A269-2C7DA895AE2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2CCD8F6F-B4A4-4AD1-930C-B3244E5CD83C}"/>
                </a:ext>
              </a:extLst>
            </p:cNvPr>
            <p:cNvGrpSpPr/>
            <p:nvPr/>
          </p:nvGrpSpPr>
          <p:grpSpPr>
            <a:xfrm>
              <a:off x="4681554" y="2243902"/>
              <a:ext cx="3453773" cy="3145480"/>
              <a:chOff x="687315" y="381458"/>
              <a:chExt cx="3453773" cy="3145480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392CD125-543D-487E-9190-885F824E0ACA}"/>
                  </a:ext>
                </a:extLst>
              </p:cNvPr>
              <p:cNvGrpSpPr/>
              <p:nvPr/>
            </p:nvGrpSpPr>
            <p:grpSpPr>
              <a:xfrm>
                <a:off x="857567" y="381458"/>
                <a:ext cx="3283521" cy="3145480"/>
                <a:chOff x="4518" y="278890"/>
                <a:chExt cx="3283521" cy="3145480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146A99D-80B3-458A-83D2-DFD9833F95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36345" y="19740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F54B05A1-3A9A-4488-B68C-839DE0101C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35026">
                  <a:off x="1478222" y="10832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9A17C35E-538F-44C8-B256-405AE68F1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38250">
                  <a:off x="691824" y="868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45FF95FB-9D0C-44B8-93A7-C7E9896C13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478391" y="23825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8708B2D6-8E9B-4F07-99C7-605B6BD8B1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404324" y="17658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17099421-A7F1-4BD0-B2B2-CC80FB2DAB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9908">
                  <a:off x="4518" y="24024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5E90F037-05A8-4562-A1D7-A4BEE7234C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042002">
                  <a:off x="1848039" y="2859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28DD329D-6CF5-4FB9-8CC8-72BC869747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23436" y="278890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7DFF72A-99E5-4C98-A8AF-3524168E3F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06657" y="153582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701F884F-ECA9-4B49-BD02-26A2F8E386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0800000">
                <a:off x="687315" y="873264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0766014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9C7175D-B19D-490B-BE3D-BE86E9F4F92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661BBC5-DA7B-594F-AA9C-FC3A80B5F27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E75EC1A3-02CC-4C0C-A15E-6E8E7EC69DF1}"/>
                </a:ext>
              </a:extLst>
            </p:cNvPr>
            <p:cNvGrpSpPr/>
            <p:nvPr/>
          </p:nvGrpSpPr>
          <p:grpSpPr>
            <a:xfrm>
              <a:off x="4962913" y="2147687"/>
              <a:ext cx="3034174" cy="3266457"/>
              <a:chOff x="5368269" y="995049"/>
              <a:chExt cx="3034174" cy="326645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ED9FFB74-35B5-4DED-B358-DF434A78F7CF}"/>
                  </a:ext>
                </a:extLst>
              </p:cNvPr>
              <p:cNvGrpSpPr/>
              <p:nvPr/>
            </p:nvGrpSpPr>
            <p:grpSpPr>
              <a:xfrm>
                <a:off x="5532718" y="995049"/>
                <a:ext cx="2869725" cy="3266457"/>
                <a:chOff x="4467151" y="539924"/>
                <a:chExt cx="2869725" cy="326645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B2091EA2-2DBE-4444-A3C9-EAF5351174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30531">
                  <a:off x="4373799" y="27645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A412122A-E8F9-4975-9E40-95721B256E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896876" y="25419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7E61101B-0D20-49A2-B4B1-C4ABEC1B1A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804975" y="7900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B0F9271B-E256-464D-913C-D98A35522F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068998" y="18599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3E266343-7E1F-4BDC-84EA-9E7C7476A7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88747">
                  <a:off x="5119361" y="21917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38027B03-F76D-40E3-8877-BC61B8AFFE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7760">
                  <a:off x="4353620" y="1324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8E8B2648-8A6E-4C37-A751-817B818703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151167" y="13038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71E0DE8B-9C64-4EC0-9ED2-AD405CDF99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140283" y="16787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67DA59A0-9E96-4211-9B84-AED2EB2944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63221">
                  <a:off x="5242465" y="53992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361E37B4-BD66-462F-B9AB-698275D8F5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9127079">
                <a:off x="5368269" y="1380735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727682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85888182-31D2-45FD-8EB1-019639C72AD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517A81E-4C38-ED44-ACED-60BAB53522F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FBFF4B71-F5D9-4B26-80C4-A06CBA5F37E0}"/>
                </a:ext>
              </a:extLst>
            </p:cNvPr>
            <p:cNvGrpSpPr/>
            <p:nvPr/>
          </p:nvGrpSpPr>
          <p:grpSpPr>
            <a:xfrm>
              <a:off x="4948051" y="2185991"/>
              <a:ext cx="3270629" cy="3146057"/>
              <a:chOff x="8333089" y="569693"/>
              <a:chExt cx="3270629" cy="3146057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7A13456E-7EAC-41D6-9DF0-55ED8F27A926}"/>
                  </a:ext>
                </a:extLst>
              </p:cNvPr>
              <p:cNvGrpSpPr/>
              <p:nvPr/>
            </p:nvGrpSpPr>
            <p:grpSpPr>
              <a:xfrm>
                <a:off x="8333089" y="569693"/>
                <a:ext cx="3270629" cy="3146057"/>
                <a:chOff x="7806184" y="1082847"/>
                <a:chExt cx="3270629" cy="3146057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C3E99D5-BCF0-4D31-BAB7-48124F085B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6198">
                  <a:off x="7600052" y="15623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06E6DF74-9727-4350-8252-B0C819F46B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5434">
                  <a:off x="8326396" y="13312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41C95157-E95D-43C9-8773-465BEA786E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024103" y="14810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87260CB2-9611-47F7-9673-5A03AD1020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08951">
                  <a:off x="7806184" y="21972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982E0EEC-AF0E-470B-B3EB-29D2662322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659434" y="21651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419A65EA-3FB6-4B36-97FB-981F716790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38012">
                  <a:off x="9124845" y="26919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A4127FCF-53D9-49AF-B731-CE81DA0674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16955">
                  <a:off x="8357754" y="31870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D6556FC0-DA36-4A89-B043-4E2C096578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88995">
                  <a:off x="9619741" y="30049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0EF471F2-315F-4368-A3F6-976ADC837B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636813" y="123509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E191DF80-0101-4CF9-8BEB-27B6816646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13711904">
                <a:off x="8303955" y="2348869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736176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CBB9ACC5-7436-4063-BAA4-58B7737ACB7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9FBB2DC-CD69-6242-81F9-37CE88147F1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216A34FE-C961-4AB6-BEF5-44E037DB77CE}"/>
                </a:ext>
              </a:extLst>
            </p:cNvPr>
            <p:cNvGrpSpPr/>
            <p:nvPr/>
          </p:nvGrpSpPr>
          <p:grpSpPr>
            <a:xfrm>
              <a:off x="4919099" y="1825445"/>
              <a:ext cx="3137703" cy="3778873"/>
              <a:chOff x="1120233" y="3366561"/>
              <a:chExt cx="3137703" cy="3778873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C9ED632E-581F-45EC-B683-FF584E29E177}"/>
                  </a:ext>
                </a:extLst>
              </p:cNvPr>
              <p:cNvGrpSpPr/>
              <p:nvPr/>
            </p:nvGrpSpPr>
            <p:grpSpPr>
              <a:xfrm>
                <a:off x="1120233" y="3366561"/>
                <a:ext cx="3137703" cy="3778873"/>
                <a:chOff x="1543535" y="3113252"/>
                <a:chExt cx="3137703" cy="3778873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E94C7AA1-B890-4974-8961-E569482310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401038" y="37002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50666532-5DDE-4B85-905F-1DE9EC81DF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43535" y="54301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325AF0BD-7DA5-487B-BFF4-F25D952AE5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7073">
                  <a:off x="1474593" y="35114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77D9E242-F43B-4478-930E-11F7017E6D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52029">
                  <a:off x="1282742" y="40953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1022729B-2906-4CF9-9F18-8BDB4735E5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241238" y="49529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EF54BA1A-6F1B-4B51-B8C8-B4505597B8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143465" y="58502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FD864634-9CF8-477A-B258-ECC27212E5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1630">
                  <a:off x="3095041" y="46356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5132310-C1AE-4DBB-9208-A1D357F7AD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72504">
                  <a:off x="2629412" y="50606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D563E285-60F1-413C-B6C7-164BB730CC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36590">
                  <a:off x="3259990" y="351314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D5113AC-C637-45DA-889C-84B3A35A6C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 rot="5400000">
                <a:off x="1248806" y="4838668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6671109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群組 16">
            <a:extLst>
              <a:ext uri="{FF2B5EF4-FFF2-40B4-BE49-F238E27FC236}">
                <a16:creationId xmlns:a16="http://schemas.microsoft.com/office/drawing/2014/main" id="{4D85ED12-2B1B-4191-89C2-507F14DE987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9E46CC8-7D91-4346-A5CF-70A977F158E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82FF1416-095F-486A-BF86-3ED7D0E28D54}"/>
                </a:ext>
              </a:extLst>
            </p:cNvPr>
            <p:cNvGrpSpPr/>
            <p:nvPr/>
          </p:nvGrpSpPr>
          <p:grpSpPr>
            <a:xfrm>
              <a:off x="4834719" y="1935440"/>
              <a:ext cx="3338267" cy="3189486"/>
              <a:chOff x="6579076" y="4178676"/>
              <a:chExt cx="3338267" cy="318948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69C8D9EB-E65B-444D-A514-A7E4559C4582}"/>
                  </a:ext>
                </a:extLst>
              </p:cNvPr>
              <p:cNvGrpSpPr/>
              <p:nvPr/>
            </p:nvGrpSpPr>
            <p:grpSpPr>
              <a:xfrm>
                <a:off x="6908470" y="4178676"/>
                <a:ext cx="3008873" cy="3189486"/>
                <a:chOff x="6048980" y="3300436"/>
                <a:chExt cx="3008873" cy="3189486"/>
              </a:xfrm>
            </p:grpSpPr>
            <p:grpSp>
              <p:nvGrpSpPr>
                <p:cNvPr id="6" name="群組 5">
                  <a:extLst>
                    <a:ext uri="{FF2B5EF4-FFF2-40B4-BE49-F238E27FC236}">
                      <a16:creationId xmlns:a16="http://schemas.microsoft.com/office/drawing/2014/main" id="{E6F2B242-0C3F-4840-9667-E57B797F2DF4}"/>
                    </a:ext>
                  </a:extLst>
                </p:cNvPr>
                <p:cNvGrpSpPr/>
                <p:nvPr/>
              </p:nvGrpSpPr>
              <p:grpSpPr>
                <a:xfrm>
                  <a:off x="6048980" y="3300436"/>
                  <a:ext cx="3008873" cy="3189486"/>
                  <a:chOff x="7657123" y="3481286"/>
                  <a:chExt cx="3008873" cy="3189486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D0FC5303-8101-4DE7-8617-88EC96695D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103174">
                    <a:off x="7258970" y="56289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2FFA63E-706B-4489-BBF3-90B86547744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705739" y="50886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29992DA1-2A6A-4ECF-863F-EBBA5643C6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465373" y="39012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6E8115C2-A581-47F4-BC51-5E00AA17584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30894">
                    <a:off x="8786015" y="45811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E39E0B78-F0DC-4928-8748-32C5FBE6DC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519539" y="38794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53F5780E-99D2-47FA-8DFC-C745A78AA85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323335">
                    <a:off x="9225996" y="49076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159F1032-F1A7-40FC-9FB3-D670849130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484858">
                    <a:off x="7970914" y="577112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94CBF585-0B6B-4A59-BC46-A0B7A8C0CE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269870">
                    <a:off x="9195810" y="3959834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B2545387-AA96-43D3-893C-B6970A0E51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267134" y="545536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12F536F4-B728-4DFC-B118-17E3E394CC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157" t="39472" r="63843" b="35944"/>
              <a:stretch/>
            </p:blipFill>
            <p:spPr>
              <a:xfrm>
                <a:off x="6579076" y="5147623"/>
                <a:ext cx="1440000" cy="61791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9255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100</Words>
  <Application>Microsoft Office PowerPoint</Application>
  <PresentationFormat>寬螢幕</PresentationFormat>
  <Paragraphs>100</Paragraphs>
  <Slides>100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100</vt:i4>
      </vt:variant>
    </vt:vector>
  </HeadingPairs>
  <TitlesOfParts>
    <vt:vector size="105" baseType="lpstr"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Hao-Lun Fu</dc:creator>
  <cp:lastModifiedBy>姵成 董</cp:lastModifiedBy>
  <cp:revision>43</cp:revision>
  <dcterms:created xsi:type="dcterms:W3CDTF">2022-01-16T08:49:09Z</dcterms:created>
  <dcterms:modified xsi:type="dcterms:W3CDTF">2022-01-17T13:33:14Z</dcterms:modified>
</cp:coreProperties>
</file>