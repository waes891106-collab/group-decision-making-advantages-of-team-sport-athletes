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tiff" ContentType="image/tif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8" r:id="rId3"/>
    <p:sldId id="260" r:id="rId4"/>
    <p:sldId id="261" r:id="rId5"/>
    <p:sldId id="262" r:id="rId6"/>
    <p:sldId id="263" r:id="rId7"/>
    <p:sldId id="264" r:id="rId8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59"/>
    <p:restoredTop sz="94674"/>
  </p:normalViewPr>
  <p:slideViewPr>
    <p:cSldViewPr snapToGrid="0" snapToObjects="1">
      <p:cViewPr varScale="1">
        <p:scale>
          <a:sx n="119" d="100"/>
          <a:sy n="119" d="100"/>
        </p:scale>
        <p:origin x="808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38B95E3-ACD0-CD48-B791-108E57426C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7143E0F8-2CC7-6648-B2A7-21E36B5514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D17D211-D941-A94C-A48C-3998A61C1A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FB1990-4F4F-0046-9CA9-ABF3AB1DF4B5}" type="datetimeFigureOut">
              <a:rPr kumimoji="1" lang="zh-TW" altLang="en-US" smtClean="0"/>
              <a:t>2021/8/31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2A76AD1-8DF5-7843-BCFD-ACE60090B0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78694CA-F9E7-844C-9B0C-2A6546F55A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414F46-DA70-854C-8FAC-43A821EC5F1C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188409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AC82266-693C-B445-BC3D-DDBBC70672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E014810-1DB5-8242-A2AE-68FC51915A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TW" altLang="en-US"/>
              <a:t>編輯母片文字樣式
第二層
第三層
第四層
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9BC72CA-420B-9D4C-9BA8-D477107E1B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FB1990-4F4F-0046-9CA9-ABF3AB1DF4B5}" type="datetimeFigureOut">
              <a:rPr kumimoji="1" lang="zh-TW" altLang="en-US" smtClean="0"/>
              <a:t>2021/8/31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5F5742E-1B75-1E42-9CDE-C30568CB4D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97E2446-611F-3C44-8322-E87CBBBF4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414F46-DA70-854C-8FAC-43A821EC5F1C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4768136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62E8CDB-2A41-A74B-9714-3A9497F32D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739CC0D8-6299-E340-80C2-A3A8A70B4C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zh-TW" altLang="en-US"/>
              <a:t>編輯母片文字樣式
第二層
第三層
第四層
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BE99EFC-417A-3846-B03D-AE0EC3ED49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FB1990-4F4F-0046-9CA9-ABF3AB1DF4B5}" type="datetimeFigureOut">
              <a:rPr kumimoji="1" lang="zh-TW" altLang="en-US" smtClean="0"/>
              <a:t>2021/8/31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953401B-A69C-3C44-8A16-76F04843BB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8BD2971-8B2D-3B4F-809E-2DB9198933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414F46-DA70-854C-8FAC-43A821EC5F1C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8738670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595DB4C-CBA1-FF40-9AA7-EACDA16087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D68F222-DE63-1E4C-9137-A65B94303B1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r>
              <a:rPr kumimoji="1" lang="zh-TW" altLang="en-US"/>
              <a:t>編輯母片文字樣式
第二層
第三層
第四層
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7AB11B23-CBF4-2C4A-B6D3-277C6D79E8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r>
              <a:rPr kumimoji="1" lang="zh-TW" altLang="en-US"/>
              <a:t>編輯母片文字樣式
第二層
第三層
第四層
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B772E139-E895-4D4B-8287-46C876F32F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FB1990-4F4F-0046-9CA9-ABF3AB1DF4B5}" type="datetimeFigureOut">
              <a:rPr kumimoji="1" lang="zh-TW" altLang="en-US" smtClean="0"/>
              <a:t>2021/8/31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7BF97260-EE80-B741-A0BD-80B02F52B7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9CA058ED-A3E0-CB48-800C-8AE22866B6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414F46-DA70-854C-8FAC-43A821EC5F1C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5463252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FCDC032-05EE-F347-9CB8-86BA30BC33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516288F2-00A4-3A4D-9A48-D83CAB1B82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kumimoji="1" lang="zh-TW" altLang="en-US"/>
              <a:t>編輯母片文字樣式
第二層
第三層
第四層
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BA6DABEC-34C2-D242-9D82-4E180CC90B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r>
              <a:rPr kumimoji="1" lang="zh-TW" altLang="en-US"/>
              <a:t>編輯母片文字樣式
第二層
第三層
第四層
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831CC304-5B69-0F45-91B4-0492584B89A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kumimoji="1" lang="zh-TW" altLang="en-US"/>
              <a:t>編輯母片文字樣式
第二層
第三層
第四層
第五層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D52F01FF-D85E-9344-880D-8F3EE36CEBA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r>
              <a:rPr kumimoji="1" lang="zh-TW" altLang="en-US"/>
              <a:t>編輯母片文字樣式
第二層
第三層
第四層
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5DDCAA91-BF6D-6A4A-B6D1-276FE7FC73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FB1990-4F4F-0046-9CA9-ABF3AB1DF4B5}" type="datetimeFigureOut">
              <a:rPr kumimoji="1" lang="zh-TW" altLang="en-US" smtClean="0"/>
              <a:t>2021/8/31</a:t>
            </a:fld>
            <a:endParaRPr kumimoji="1"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AA5B90C0-1049-7543-8304-5E49FA6AB1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E1BE1E78-D58D-EA48-A644-1FEF46C474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414F46-DA70-854C-8FAC-43A821EC5F1C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727138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55C5828-B93F-5D4C-A9FB-1B1E2DDE20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191F527B-0C46-A14F-A642-A2C70204B5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FB1990-4F4F-0046-9CA9-ABF3AB1DF4B5}" type="datetimeFigureOut">
              <a:rPr kumimoji="1" lang="zh-TW" altLang="en-US" smtClean="0"/>
              <a:t>2021/8/31</a:t>
            </a:fld>
            <a:endParaRPr kumimoji="1"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139F3AB5-6D55-F24A-AF5F-49EE7E0AFD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20F7F0CF-0D32-BA43-9505-E46FBE7AA3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414F46-DA70-854C-8FAC-43A821EC5F1C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3345229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5DE4F069-DF45-C440-B254-36BDF1E391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FB1990-4F4F-0046-9CA9-ABF3AB1DF4B5}" type="datetimeFigureOut">
              <a:rPr kumimoji="1" lang="zh-TW" altLang="en-US" smtClean="0"/>
              <a:t>2021/8/31</a:t>
            </a:fld>
            <a:endParaRPr kumimoji="1"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C3949D3-100D-874A-A701-84F373EBDE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432DD3F-B8CB-D44A-A5BA-966D0012A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414F46-DA70-854C-8FAC-43A821EC5F1C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9117280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D35696D-F2D7-0F45-A8C8-E005CB455D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DF8EA9D-8049-0C4B-97EA-97F229A6FD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r>
              <a:rPr kumimoji="1" lang="zh-TW" altLang="en-US"/>
              <a:t>編輯母片文字樣式
第二層
第三層
第四層
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2F8E94F5-A5E9-C846-A873-925FFC46F5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kumimoji="1" lang="zh-TW" altLang="en-US"/>
              <a:t>編輯母片文字樣式
第二層
第三層
第四層
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3800705F-8431-0B4A-8B5A-0BC31D7371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FB1990-4F4F-0046-9CA9-ABF3AB1DF4B5}" type="datetimeFigureOut">
              <a:rPr kumimoji="1" lang="zh-TW" altLang="en-US" smtClean="0"/>
              <a:t>2021/8/31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49601D7E-F6FD-EE40-8C67-8E5FF38357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EF9DB7CA-9809-2A48-8592-A0F9F790DC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414F46-DA70-854C-8FAC-43A821EC5F1C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8690427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1878091-33ED-F14C-B615-8D953A40E5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A2FB16BE-7E02-B446-BD41-AB06E1A4A1E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BE349211-1FD1-4F40-9BAB-5007873A5F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kumimoji="1" lang="zh-TW" altLang="en-US"/>
              <a:t>編輯母片文字樣式
第二層
第三層
第四層
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973B1F0B-97A7-394B-B5ED-B3401EC091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FB1990-4F4F-0046-9CA9-ABF3AB1DF4B5}" type="datetimeFigureOut">
              <a:rPr kumimoji="1" lang="zh-TW" altLang="en-US" smtClean="0"/>
              <a:t>2021/8/31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EC84E48B-9B6C-7A41-9A56-4361191550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92BB487D-BB37-3340-AE15-91A93BAFD8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414F46-DA70-854C-8FAC-43A821EC5F1C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2270130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9553DBB-C89C-2F47-A2F2-0B443ED50C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9FD3B0B1-0CDA-324D-B6A1-2E35E1D4D4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kumimoji="1" lang="zh-TW" altLang="en-US"/>
              <a:t>編輯母片文字樣式
第二層
第三層
第四層
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2E84C68-687F-E349-BB6B-AB05E58A0A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FB1990-4F4F-0046-9CA9-ABF3AB1DF4B5}" type="datetimeFigureOut">
              <a:rPr kumimoji="1" lang="zh-TW" altLang="en-US" smtClean="0"/>
              <a:t>2021/8/31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033FC97-6F7B-0D42-AE6A-999988B95F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D4715DE-2B47-7E40-BF81-CD45233267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414F46-DA70-854C-8FAC-43A821EC5F1C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4537224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9E8B04D3-0BD4-0246-8707-A6A847EBDD7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95C9C4AD-BF87-AD4C-87C1-DC516127A2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r>
              <a:rPr kumimoji="1" lang="zh-TW" altLang="en-US"/>
              <a:t>編輯母片文字樣式
第二層
第三層
第四層
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61C4904-3D18-4F4C-BDB6-10FAC40A74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FB1990-4F4F-0046-9CA9-ABF3AB1DF4B5}" type="datetimeFigureOut">
              <a:rPr kumimoji="1" lang="zh-TW" altLang="en-US" smtClean="0"/>
              <a:t>2021/8/31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708066E-993F-2F4E-92F2-9BC003AED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F86D5A0-1C29-0045-BCC6-AA634BBDB6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414F46-DA70-854C-8FAC-43A821EC5F1C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8720082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BF4CA74E-BC62-8640-A6B7-16B599A28E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97B2C7F6-7147-4643-9309-AD154E591B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kumimoji="1" lang="zh-TW" altLang="en-US"/>
              <a:t>編輯母片文字樣式
第二層
第三層
第四層
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ED874B5-2998-D147-AC89-D8864D515B3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FB1990-4F4F-0046-9CA9-ABF3AB1DF4B5}" type="datetimeFigureOut">
              <a:rPr kumimoji="1" lang="zh-TW" altLang="en-US" smtClean="0"/>
              <a:t>2021/8/31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C894A73-FF8C-764D-A796-8C085C6B40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E21BC51-D2BD-A041-B664-9F6051BFCE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414F46-DA70-854C-8FAC-43A821EC5F1C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5304222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if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tif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DB0978D5-239B-4B41-B368-BF9EB1F2AA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9150" y="1549400"/>
            <a:ext cx="5473700" cy="375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66213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群組 13">
            <a:extLst>
              <a:ext uri="{FF2B5EF4-FFF2-40B4-BE49-F238E27FC236}">
                <a16:creationId xmlns:a16="http://schemas.microsoft.com/office/drawing/2014/main" id="{38CCD62A-5DE6-2F46-A264-661057413A28}"/>
              </a:ext>
            </a:extLst>
          </p:cNvPr>
          <p:cNvGrpSpPr/>
          <p:nvPr/>
        </p:nvGrpSpPr>
        <p:grpSpPr>
          <a:xfrm>
            <a:off x="3280243" y="2040389"/>
            <a:ext cx="5330357" cy="2550845"/>
            <a:chOff x="3280243" y="2040389"/>
            <a:chExt cx="5330357" cy="2550845"/>
          </a:xfrm>
        </p:grpSpPr>
        <p:sp>
          <p:nvSpPr>
            <p:cNvPr id="6" name="文字方塊 5">
              <a:extLst>
                <a:ext uri="{FF2B5EF4-FFF2-40B4-BE49-F238E27FC236}">
                  <a16:creationId xmlns:a16="http://schemas.microsoft.com/office/drawing/2014/main" id="{4970709D-5E97-F847-870F-2772A877253C}"/>
                </a:ext>
              </a:extLst>
            </p:cNvPr>
            <p:cNvSpPr txBox="1"/>
            <p:nvPr/>
          </p:nvSpPr>
          <p:spPr>
            <a:xfrm>
              <a:off x="3286126" y="2526004"/>
              <a:ext cx="30489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TW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H</a:t>
              </a:r>
              <a:endParaRPr kumimoji="1" lang="zh-TW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" name="文字方塊 6">
              <a:extLst>
                <a:ext uri="{FF2B5EF4-FFF2-40B4-BE49-F238E27FC236}">
                  <a16:creationId xmlns:a16="http://schemas.microsoft.com/office/drawing/2014/main" id="{5FA104AB-8578-8942-ADF0-71D568A84846}"/>
                </a:ext>
              </a:extLst>
            </p:cNvPr>
            <p:cNvSpPr txBox="1"/>
            <p:nvPr/>
          </p:nvSpPr>
          <p:spPr>
            <a:xfrm>
              <a:off x="3280243" y="3249972"/>
              <a:ext cx="27924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TW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</a:t>
              </a:r>
              <a:endParaRPr kumimoji="1" lang="zh-TW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文字方塊 7">
              <a:extLst>
                <a:ext uri="{FF2B5EF4-FFF2-40B4-BE49-F238E27FC236}">
                  <a16:creationId xmlns:a16="http://schemas.microsoft.com/office/drawing/2014/main" id="{B16F0134-341D-564C-97C4-53D256D45810}"/>
                </a:ext>
              </a:extLst>
            </p:cNvPr>
            <p:cNvSpPr txBox="1"/>
            <p:nvPr/>
          </p:nvSpPr>
          <p:spPr>
            <a:xfrm>
              <a:off x="3280243" y="3973940"/>
              <a:ext cx="29527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TW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endParaRPr kumimoji="1" lang="zh-TW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文字方塊 8">
              <a:extLst>
                <a:ext uri="{FF2B5EF4-FFF2-40B4-BE49-F238E27FC236}">
                  <a16:creationId xmlns:a16="http://schemas.microsoft.com/office/drawing/2014/main" id="{EE3B5FDE-253C-0F40-8E61-E5BEE334A71B}"/>
                </a:ext>
              </a:extLst>
            </p:cNvPr>
            <p:cNvSpPr txBox="1"/>
            <p:nvPr/>
          </p:nvSpPr>
          <p:spPr>
            <a:xfrm>
              <a:off x="4266628" y="2040389"/>
              <a:ext cx="29527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TW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H</a:t>
              </a:r>
              <a:endParaRPr kumimoji="1" lang="zh-TW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文字方塊 9">
              <a:extLst>
                <a:ext uri="{FF2B5EF4-FFF2-40B4-BE49-F238E27FC236}">
                  <a16:creationId xmlns:a16="http://schemas.microsoft.com/office/drawing/2014/main" id="{181BFA22-E53E-3246-AC00-A7D8AC1E4CC3}"/>
                </a:ext>
              </a:extLst>
            </p:cNvPr>
            <p:cNvSpPr txBox="1"/>
            <p:nvPr/>
          </p:nvSpPr>
          <p:spPr>
            <a:xfrm>
              <a:off x="5964404" y="2079035"/>
              <a:ext cx="27924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TW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</a:t>
              </a:r>
              <a:endParaRPr kumimoji="1" lang="zh-TW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文字方塊 10">
              <a:extLst>
                <a:ext uri="{FF2B5EF4-FFF2-40B4-BE49-F238E27FC236}">
                  <a16:creationId xmlns:a16="http://schemas.microsoft.com/office/drawing/2014/main" id="{E18C2F00-9609-1741-B6CD-D2288E66676B}"/>
                </a:ext>
              </a:extLst>
            </p:cNvPr>
            <p:cNvSpPr txBox="1"/>
            <p:nvPr/>
          </p:nvSpPr>
          <p:spPr>
            <a:xfrm>
              <a:off x="7646150" y="2056718"/>
              <a:ext cx="29527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TW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endParaRPr kumimoji="1" lang="zh-TW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13" name="圖片 12">
              <a:extLst>
                <a:ext uri="{FF2B5EF4-FFF2-40B4-BE49-F238E27FC236}">
                  <a16:creationId xmlns:a16="http://schemas.microsoft.com/office/drawing/2014/main" id="{40F1A023-E6F0-2D49-8363-50C93D7DEA1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581400" y="2356034"/>
              <a:ext cx="5029200" cy="22352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7926739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群組 1">
            <a:extLst>
              <a:ext uri="{FF2B5EF4-FFF2-40B4-BE49-F238E27FC236}">
                <a16:creationId xmlns:a16="http://schemas.microsoft.com/office/drawing/2014/main" id="{8ACA7167-5C29-A841-8B3C-8771CF680B82}"/>
              </a:ext>
            </a:extLst>
          </p:cNvPr>
          <p:cNvGrpSpPr/>
          <p:nvPr/>
        </p:nvGrpSpPr>
        <p:grpSpPr>
          <a:xfrm>
            <a:off x="3581400" y="2311400"/>
            <a:ext cx="5029200" cy="2235200"/>
            <a:chOff x="3581400" y="2311400"/>
            <a:chExt cx="5029200" cy="2235200"/>
          </a:xfrm>
        </p:grpSpPr>
        <p:pic>
          <p:nvPicPr>
            <p:cNvPr id="9" name="圖片 8">
              <a:extLst>
                <a:ext uri="{FF2B5EF4-FFF2-40B4-BE49-F238E27FC236}">
                  <a16:creationId xmlns:a16="http://schemas.microsoft.com/office/drawing/2014/main" id="{9EF080D3-44D9-5648-A7F6-9961CDCAFF7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581400" y="2311400"/>
              <a:ext cx="5029200" cy="2235200"/>
            </a:xfrm>
            <a:prstGeom prst="rect">
              <a:avLst/>
            </a:prstGeom>
          </p:spPr>
        </p:pic>
        <p:sp>
          <p:nvSpPr>
            <p:cNvPr id="4" name="文字方塊 3">
              <a:extLst>
                <a:ext uri="{FF2B5EF4-FFF2-40B4-BE49-F238E27FC236}">
                  <a16:creationId xmlns:a16="http://schemas.microsoft.com/office/drawing/2014/main" id="{0EE5DBCD-2DAF-E644-896A-E991D4A986E6}"/>
                </a:ext>
              </a:extLst>
            </p:cNvPr>
            <p:cNvSpPr txBox="1"/>
            <p:nvPr/>
          </p:nvSpPr>
          <p:spPr>
            <a:xfrm>
              <a:off x="5670884" y="3146287"/>
              <a:ext cx="42511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TW" sz="1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HH</a:t>
              </a:r>
              <a:endParaRPr kumimoji="1" lang="zh-TW" alt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文字方塊 9">
              <a:extLst>
                <a:ext uri="{FF2B5EF4-FFF2-40B4-BE49-F238E27FC236}">
                  <a16:creationId xmlns:a16="http://schemas.microsoft.com/office/drawing/2014/main" id="{D43BE4AB-E009-BF43-BB3E-E02090AD7F0B}"/>
                </a:ext>
              </a:extLst>
            </p:cNvPr>
            <p:cNvSpPr txBox="1"/>
            <p:nvPr/>
          </p:nvSpPr>
          <p:spPr>
            <a:xfrm>
              <a:off x="5680502" y="3428999"/>
              <a:ext cx="41549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TW" sz="1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HX</a:t>
              </a:r>
              <a:endParaRPr kumimoji="1" lang="zh-TW" alt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文字方塊 10">
              <a:extLst>
                <a:ext uri="{FF2B5EF4-FFF2-40B4-BE49-F238E27FC236}">
                  <a16:creationId xmlns:a16="http://schemas.microsoft.com/office/drawing/2014/main" id="{D14D5838-C2CD-AD43-81A0-F8456357FFDE}"/>
                </a:ext>
              </a:extLst>
            </p:cNvPr>
            <p:cNvSpPr txBox="1"/>
            <p:nvPr/>
          </p:nvSpPr>
          <p:spPr>
            <a:xfrm>
              <a:off x="6105618" y="3146287"/>
              <a:ext cx="41549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TW" sz="1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XH</a:t>
              </a:r>
              <a:endParaRPr kumimoji="1" lang="zh-TW" alt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文字方塊 11">
              <a:extLst>
                <a:ext uri="{FF2B5EF4-FFF2-40B4-BE49-F238E27FC236}">
                  <a16:creationId xmlns:a16="http://schemas.microsoft.com/office/drawing/2014/main" id="{8E875189-83D4-5341-BDD1-083C1B43EB89}"/>
                </a:ext>
              </a:extLst>
            </p:cNvPr>
            <p:cNvSpPr txBox="1"/>
            <p:nvPr/>
          </p:nvSpPr>
          <p:spPr>
            <a:xfrm>
              <a:off x="6115236" y="3429000"/>
              <a:ext cx="40588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TW" sz="1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XX</a:t>
              </a:r>
              <a:endParaRPr kumimoji="1" lang="zh-TW" alt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586919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群組 3">
            <a:extLst>
              <a:ext uri="{FF2B5EF4-FFF2-40B4-BE49-F238E27FC236}">
                <a16:creationId xmlns:a16="http://schemas.microsoft.com/office/drawing/2014/main" id="{D389131C-7285-F648-B7A9-0C54CFA1CA8B}"/>
              </a:ext>
            </a:extLst>
          </p:cNvPr>
          <p:cNvGrpSpPr/>
          <p:nvPr/>
        </p:nvGrpSpPr>
        <p:grpSpPr>
          <a:xfrm>
            <a:off x="2914428" y="1825842"/>
            <a:ext cx="3033656" cy="3033656"/>
            <a:chOff x="3022899" y="3324113"/>
            <a:chExt cx="3033656" cy="3033656"/>
          </a:xfrm>
        </p:grpSpPr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AD8921E5-A319-E74B-AB98-682F13BA67A8}"/>
                </a:ext>
              </a:extLst>
            </p:cNvPr>
            <p:cNvSpPr/>
            <p:nvPr/>
          </p:nvSpPr>
          <p:spPr>
            <a:xfrm>
              <a:off x="3022899" y="3324113"/>
              <a:ext cx="3033656" cy="3033656"/>
            </a:xfrm>
            <a:prstGeom prst="rect">
              <a:avLst/>
            </a:prstGeom>
            <a:noFill/>
            <a:ln w="28575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pic>
          <p:nvPicPr>
            <p:cNvPr id="22" name="圖片 21">
              <a:extLst>
                <a:ext uri="{FF2B5EF4-FFF2-40B4-BE49-F238E27FC236}">
                  <a16:creationId xmlns:a16="http://schemas.microsoft.com/office/drawing/2014/main" id="{DE9B909F-D151-BC4B-B9C0-3CD48A0ACD8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79555" t="69800" r="12745" b="13355"/>
            <a:stretch/>
          </p:blipFill>
          <p:spPr>
            <a:xfrm rot="8182865">
              <a:off x="3324113" y="3668358"/>
              <a:ext cx="331951" cy="322729"/>
            </a:xfrm>
            <a:prstGeom prst="rect">
              <a:avLst/>
            </a:prstGeom>
          </p:spPr>
        </p:pic>
        <p:pic>
          <p:nvPicPr>
            <p:cNvPr id="26" name="圖片 25">
              <a:extLst>
                <a:ext uri="{FF2B5EF4-FFF2-40B4-BE49-F238E27FC236}">
                  <a16:creationId xmlns:a16="http://schemas.microsoft.com/office/drawing/2014/main" id="{59115CEF-44A9-314C-A5AB-91755F20159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79555" t="69800" r="12745" b="13355"/>
            <a:stretch/>
          </p:blipFill>
          <p:spPr>
            <a:xfrm>
              <a:off x="3667608" y="4069927"/>
              <a:ext cx="331951" cy="322729"/>
            </a:xfrm>
            <a:prstGeom prst="rect">
              <a:avLst/>
            </a:prstGeom>
          </p:spPr>
        </p:pic>
        <p:pic>
          <p:nvPicPr>
            <p:cNvPr id="27" name="圖片 26">
              <a:extLst>
                <a:ext uri="{FF2B5EF4-FFF2-40B4-BE49-F238E27FC236}">
                  <a16:creationId xmlns:a16="http://schemas.microsoft.com/office/drawing/2014/main" id="{D536818F-E17D-F14C-8511-49E0B339172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79555" t="69800" r="12745" b="13355"/>
            <a:stretch/>
          </p:blipFill>
          <p:spPr>
            <a:xfrm rot="18164839">
              <a:off x="3658392" y="4796114"/>
              <a:ext cx="331951" cy="322729"/>
            </a:xfrm>
            <a:prstGeom prst="rect">
              <a:avLst/>
            </a:prstGeom>
          </p:spPr>
        </p:pic>
        <p:pic>
          <p:nvPicPr>
            <p:cNvPr id="28" name="圖片 27">
              <a:extLst>
                <a:ext uri="{FF2B5EF4-FFF2-40B4-BE49-F238E27FC236}">
                  <a16:creationId xmlns:a16="http://schemas.microsoft.com/office/drawing/2014/main" id="{04C62D1B-3784-3648-97F1-7E06636E090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79555" t="69800" r="12745" b="13355"/>
            <a:stretch/>
          </p:blipFill>
          <p:spPr>
            <a:xfrm>
              <a:off x="4096102" y="3624122"/>
              <a:ext cx="331951" cy="322729"/>
            </a:xfrm>
            <a:prstGeom prst="rect">
              <a:avLst/>
            </a:prstGeom>
          </p:spPr>
        </p:pic>
        <p:pic>
          <p:nvPicPr>
            <p:cNvPr id="29" name="圖片 28">
              <a:extLst>
                <a:ext uri="{FF2B5EF4-FFF2-40B4-BE49-F238E27FC236}">
                  <a16:creationId xmlns:a16="http://schemas.microsoft.com/office/drawing/2014/main" id="{583FD877-C3E4-6A46-964A-6C5B895688E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79555" t="69800" r="12745" b="13355"/>
            <a:stretch/>
          </p:blipFill>
          <p:spPr>
            <a:xfrm rot="1429320">
              <a:off x="4236077" y="5014403"/>
              <a:ext cx="331951" cy="322729"/>
            </a:xfrm>
            <a:prstGeom prst="rect">
              <a:avLst/>
            </a:prstGeom>
          </p:spPr>
        </p:pic>
        <p:pic>
          <p:nvPicPr>
            <p:cNvPr id="30" name="圖片 29">
              <a:extLst>
                <a:ext uri="{FF2B5EF4-FFF2-40B4-BE49-F238E27FC236}">
                  <a16:creationId xmlns:a16="http://schemas.microsoft.com/office/drawing/2014/main" id="{3C6B0721-2D08-154F-8FB5-74DF4D57AEF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79555" t="69800" r="12745" b="13355"/>
            <a:stretch/>
          </p:blipFill>
          <p:spPr>
            <a:xfrm rot="15816059">
              <a:off x="4748769" y="3615468"/>
              <a:ext cx="331951" cy="322729"/>
            </a:xfrm>
            <a:prstGeom prst="rect">
              <a:avLst/>
            </a:prstGeom>
          </p:spPr>
        </p:pic>
        <p:pic>
          <p:nvPicPr>
            <p:cNvPr id="31" name="圖片 30">
              <a:extLst>
                <a:ext uri="{FF2B5EF4-FFF2-40B4-BE49-F238E27FC236}">
                  <a16:creationId xmlns:a16="http://schemas.microsoft.com/office/drawing/2014/main" id="{824A908C-8C49-7748-92B5-5BAD6B71A6E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79555" t="69800" r="12745" b="13355"/>
            <a:stretch/>
          </p:blipFill>
          <p:spPr>
            <a:xfrm rot="12047853">
              <a:off x="4569491" y="4106840"/>
              <a:ext cx="331951" cy="322729"/>
            </a:xfrm>
            <a:prstGeom prst="rect">
              <a:avLst/>
            </a:prstGeom>
          </p:spPr>
        </p:pic>
        <p:pic>
          <p:nvPicPr>
            <p:cNvPr id="32" name="圖片 31">
              <a:extLst>
                <a:ext uri="{FF2B5EF4-FFF2-40B4-BE49-F238E27FC236}">
                  <a16:creationId xmlns:a16="http://schemas.microsoft.com/office/drawing/2014/main" id="{0E8C1AC1-B122-A043-81A8-DECD5815AD8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79555" t="69800" r="12745" b="13355"/>
            <a:stretch/>
          </p:blipFill>
          <p:spPr>
            <a:xfrm rot="2942306">
              <a:off x="4987733" y="5567078"/>
              <a:ext cx="331951" cy="322729"/>
            </a:xfrm>
            <a:prstGeom prst="rect">
              <a:avLst/>
            </a:prstGeom>
          </p:spPr>
        </p:pic>
        <p:pic>
          <p:nvPicPr>
            <p:cNvPr id="33" name="圖片 32">
              <a:extLst>
                <a:ext uri="{FF2B5EF4-FFF2-40B4-BE49-F238E27FC236}">
                  <a16:creationId xmlns:a16="http://schemas.microsoft.com/office/drawing/2014/main" id="{D7C550C9-F45C-AF47-9948-1B1512AEE05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79555" t="69800" r="12745" b="13355"/>
            <a:stretch/>
          </p:blipFill>
          <p:spPr>
            <a:xfrm rot="9569194">
              <a:off x="5672185" y="4412429"/>
              <a:ext cx="331951" cy="322729"/>
            </a:xfrm>
            <a:prstGeom prst="rect">
              <a:avLst/>
            </a:prstGeom>
          </p:spPr>
        </p:pic>
        <p:pic>
          <p:nvPicPr>
            <p:cNvPr id="34" name="圖片 33">
              <a:extLst>
                <a:ext uri="{FF2B5EF4-FFF2-40B4-BE49-F238E27FC236}">
                  <a16:creationId xmlns:a16="http://schemas.microsoft.com/office/drawing/2014/main" id="{6D238145-2375-A74C-88BB-2DB5F3EB85B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79555" t="69800" r="12745" b="13355"/>
            <a:stretch/>
          </p:blipFill>
          <p:spPr>
            <a:xfrm rot="18444723">
              <a:off x="5319684" y="4927898"/>
              <a:ext cx="331951" cy="322729"/>
            </a:xfrm>
            <a:prstGeom prst="rect">
              <a:avLst/>
            </a:prstGeom>
          </p:spPr>
        </p:pic>
        <p:pic>
          <p:nvPicPr>
            <p:cNvPr id="35" name="圖片 34">
              <a:extLst>
                <a:ext uri="{FF2B5EF4-FFF2-40B4-BE49-F238E27FC236}">
                  <a16:creationId xmlns:a16="http://schemas.microsoft.com/office/drawing/2014/main" id="{812799A6-8501-BC4E-BAA4-64F0DAB2F56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79555" t="69800" r="12745" b="13355"/>
            <a:stretch/>
          </p:blipFill>
          <p:spPr>
            <a:xfrm rot="15708279">
              <a:off x="3098446" y="4251064"/>
              <a:ext cx="331951" cy="322729"/>
            </a:xfrm>
            <a:prstGeom prst="rect">
              <a:avLst/>
            </a:prstGeom>
          </p:spPr>
        </p:pic>
        <p:pic>
          <p:nvPicPr>
            <p:cNvPr id="36" name="圖片 35">
              <a:extLst>
                <a:ext uri="{FF2B5EF4-FFF2-40B4-BE49-F238E27FC236}">
                  <a16:creationId xmlns:a16="http://schemas.microsoft.com/office/drawing/2014/main" id="{69B93056-DD65-7845-B7F5-54F86B23AEC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79555" t="69800" r="12745" b="13355"/>
            <a:stretch/>
          </p:blipFill>
          <p:spPr>
            <a:xfrm>
              <a:off x="4988697" y="4330403"/>
              <a:ext cx="331951" cy="322729"/>
            </a:xfrm>
            <a:prstGeom prst="rect">
              <a:avLst/>
            </a:prstGeom>
          </p:spPr>
        </p:pic>
        <p:pic>
          <p:nvPicPr>
            <p:cNvPr id="37" name="圖片 36">
              <a:extLst>
                <a:ext uri="{FF2B5EF4-FFF2-40B4-BE49-F238E27FC236}">
                  <a16:creationId xmlns:a16="http://schemas.microsoft.com/office/drawing/2014/main" id="{C42DA153-E466-0A40-A699-9EA9674EC69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79555" t="69800" r="12745" b="13355"/>
            <a:stretch/>
          </p:blipFill>
          <p:spPr>
            <a:xfrm rot="3401871">
              <a:off x="4025348" y="4231292"/>
              <a:ext cx="331951" cy="322729"/>
            </a:xfrm>
            <a:prstGeom prst="rect">
              <a:avLst/>
            </a:prstGeom>
          </p:spPr>
        </p:pic>
        <p:pic>
          <p:nvPicPr>
            <p:cNvPr id="38" name="圖片 37">
              <a:extLst>
                <a:ext uri="{FF2B5EF4-FFF2-40B4-BE49-F238E27FC236}">
                  <a16:creationId xmlns:a16="http://schemas.microsoft.com/office/drawing/2014/main" id="{720F0CE1-37F4-E64B-B442-12E1367D198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79555" t="69800" r="12745" b="13355"/>
            <a:stretch/>
          </p:blipFill>
          <p:spPr>
            <a:xfrm rot="13702398">
              <a:off x="3839341" y="5389978"/>
              <a:ext cx="331951" cy="322729"/>
            </a:xfrm>
            <a:prstGeom prst="rect">
              <a:avLst/>
            </a:prstGeom>
          </p:spPr>
        </p:pic>
        <p:pic>
          <p:nvPicPr>
            <p:cNvPr id="39" name="圖片 38">
              <a:extLst>
                <a:ext uri="{FF2B5EF4-FFF2-40B4-BE49-F238E27FC236}">
                  <a16:creationId xmlns:a16="http://schemas.microsoft.com/office/drawing/2014/main" id="{57F513AA-0F96-E946-A324-015E44D0531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79555" t="69800" r="12745" b="13355"/>
            <a:stretch/>
          </p:blipFill>
          <p:spPr>
            <a:xfrm rot="9746469">
              <a:off x="5319684" y="3820758"/>
              <a:ext cx="331951" cy="322729"/>
            </a:xfrm>
            <a:prstGeom prst="rect">
              <a:avLst/>
            </a:prstGeom>
          </p:spPr>
        </p:pic>
        <p:pic>
          <p:nvPicPr>
            <p:cNvPr id="40" name="圖片 39">
              <a:extLst>
                <a:ext uri="{FF2B5EF4-FFF2-40B4-BE49-F238E27FC236}">
                  <a16:creationId xmlns:a16="http://schemas.microsoft.com/office/drawing/2014/main" id="{9EB22000-5B62-2044-B20B-56F14892D8A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79555" t="69800" r="12745" b="13355"/>
            <a:stretch/>
          </p:blipFill>
          <p:spPr>
            <a:xfrm rot="2073723">
              <a:off x="4045846" y="5997148"/>
              <a:ext cx="331951" cy="322729"/>
            </a:xfrm>
            <a:prstGeom prst="rect">
              <a:avLst/>
            </a:prstGeom>
          </p:spPr>
        </p:pic>
        <p:pic>
          <p:nvPicPr>
            <p:cNvPr id="41" name="圖片 40">
              <a:extLst>
                <a:ext uri="{FF2B5EF4-FFF2-40B4-BE49-F238E27FC236}">
                  <a16:creationId xmlns:a16="http://schemas.microsoft.com/office/drawing/2014/main" id="{EA3460A6-D7AF-7E4B-9394-280DC2B8424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79555" t="69800" r="12745" b="13355"/>
            <a:stretch/>
          </p:blipFill>
          <p:spPr>
            <a:xfrm rot="19144967">
              <a:off x="4615542" y="5905048"/>
              <a:ext cx="331951" cy="322729"/>
            </a:xfrm>
            <a:prstGeom prst="rect">
              <a:avLst/>
            </a:prstGeom>
          </p:spPr>
        </p:pic>
        <p:pic>
          <p:nvPicPr>
            <p:cNvPr id="42" name="圖片 41">
              <a:extLst>
                <a:ext uri="{FF2B5EF4-FFF2-40B4-BE49-F238E27FC236}">
                  <a16:creationId xmlns:a16="http://schemas.microsoft.com/office/drawing/2014/main" id="{1814EE2F-4B00-4C49-AFEA-D3D20654FA3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79555" t="69800" r="12745" b="13355"/>
            <a:stretch/>
          </p:blipFill>
          <p:spPr>
            <a:xfrm rot="8408862">
              <a:off x="5487168" y="5743684"/>
              <a:ext cx="331951" cy="322729"/>
            </a:xfrm>
            <a:prstGeom prst="rect">
              <a:avLst/>
            </a:prstGeom>
          </p:spPr>
        </p:pic>
        <p:pic>
          <p:nvPicPr>
            <p:cNvPr id="43" name="圖片 42">
              <a:extLst>
                <a:ext uri="{FF2B5EF4-FFF2-40B4-BE49-F238E27FC236}">
                  <a16:creationId xmlns:a16="http://schemas.microsoft.com/office/drawing/2014/main" id="{C6EB124C-9096-DB49-8F2D-93FCF24AFA0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79555" t="69800" r="12745" b="13355"/>
            <a:stretch/>
          </p:blipFill>
          <p:spPr>
            <a:xfrm>
              <a:off x="3467547" y="5889807"/>
              <a:ext cx="331951" cy="322729"/>
            </a:xfrm>
            <a:prstGeom prst="rect">
              <a:avLst/>
            </a:prstGeom>
          </p:spPr>
        </p:pic>
        <p:pic>
          <p:nvPicPr>
            <p:cNvPr id="44" name="圖片 43">
              <a:extLst>
                <a:ext uri="{FF2B5EF4-FFF2-40B4-BE49-F238E27FC236}">
                  <a16:creationId xmlns:a16="http://schemas.microsoft.com/office/drawing/2014/main" id="{C33A8CFC-7C22-164F-AC14-43B9A029A97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79555" t="69800" r="12745" b="13355"/>
            <a:stretch/>
          </p:blipFill>
          <p:spPr>
            <a:xfrm rot="6556715">
              <a:off x="3172656" y="5352081"/>
              <a:ext cx="331951" cy="322729"/>
            </a:xfrm>
            <a:prstGeom prst="rect">
              <a:avLst/>
            </a:prstGeom>
          </p:spPr>
        </p:pic>
      </p:grpSp>
      <p:grpSp>
        <p:nvGrpSpPr>
          <p:cNvPr id="5" name="群組 4">
            <a:extLst>
              <a:ext uri="{FF2B5EF4-FFF2-40B4-BE49-F238E27FC236}">
                <a16:creationId xmlns:a16="http://schemas.microsoft.com/office/drawing/2014/main" id="{F01C1547-699E-A14F-994D-599A8A156F66}"/>
              </a:ext>
            </a:extLst>
          </p:cNvPr>
          <p:cNvGrpSpPr/>
          <p:nvPr/>
        </p:nvGrpSpPr>
        <p:grpSpPr>
          <a:xfrm>
            <a:off x="6617144" y="1853629"/>
            <a:ext cx="3033656" cy="3033656"/>
            <a:chOff x="6627932" y="3324113"/>
            <a:chExt cx="3033656" cy="3033656"/>
          </a:xfrm>
        </p:grpSpPr>
        <p:pic>
          <p:nvPicPr>
            <p:cNvPr id="24" name="圖片 23">
              <a:extLst>
                <a:ext uri="{FF2B5EF4-FFF2-40B4-BE49-F238E27FC236}">
                  <a16:creationId xmlns:a16="http://schemas.microsoft.com/office/drawing/2014/main" id="{154D53D1-A20B-2446-965F-B92D9721C84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12644" t="3543" r="79371" b="70628"/>
            <a:stretch/>
          </p:blipFill>
          <p:spPr>
            <a:xfrm rot="13500000">
              <a:off x="7157987" y="5619935"/>
              <a:ext cx="344245" cy="494851"/>
            </a:xfrm>
            <a:prstGeom prst="rect">
              <a:avLst/>
            </a:prstGeom>
          </p:spPr>
        </p:pic>
        <p:sp>
          <p:nvSpPr>
            <p:cNvPr id="46" name="矩形 45">
              <a:extLst>
                <a:ext uri="{FF2B5EF4-FFF2-40B4-BE49-F238E27FC236}">
                  <a16:creationId xmlns:a16="http://schemas.microsoft.com/office/drawing/2014/main" id="{F2E82ADD-DF62-C94C-B976-365AB11EA8AF}"/>
                </a:ext>
              </a:extLst>
            </p:cNvPr>
            <p:cNvSpPr/>
            <p:nvPr/>
          </p:nvSpPr>
          <p:spPr>
            <a:xfrm>
              <a:off x="6627932" y="3324113"/>
              <a:ext cx="3033656" cy="3033656"/>
            </a:xfrm>
            <a:prstGeom prst="rect">
              <a:avLst/>
            </a:prstGeom>
            <a:noFill/>
            <a:ln w="28575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pic>
          <p:nvPicPr>
            <p:cNvPr id="47" name="圖片 46">
              <a:extLst>
                <a:ext uri="{FF2B5EF4-FFF2-40B4-BE49-F238E27FC236}">
                  <a16:creationId xmlns:a16="http://schemas.microsoft.com/office/drawing/2014/main" id="{8DC8E25E-13EA-684B-AEA0-5B1100A5282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79555" t="69800" r="12745" b="13355"/>
            <a:stretch/>
          </p:blipFill>
          <p:spPr>
            <a:xfrm rot="8182865">
              <a:off x="8871067" y="4415756"/>
              <a:ext cx="331951" cy="322729"/>
            </a:xfrm>
            <a:prstGeom prst="rect">
              <a:avLst/>
            </a:prstGeom>
          </p:spPr>
        </p:pic>
        <p:pic>
          <p:nvPicPr>
            <p:cNvPr id="48" name="圖片 47">
              <a:extLst>
                <a:ext uri="{FF2B5EF4-FFF2-40B4-BE49-F238E27FC236}">
                  <a16:creationId xmlns:a16="http://schemas.microsoft.com/office/drawing/2014/main" id="{CEA39CD2-01A7-BA40-A063-5E3F1D3F7B8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79555" t="69800" r="12745" b="13355"/>
            <a:stretch/>
          </p:blipFill>
          <p:spPr>
            <a:xfrm>
              <a:off x="7622678" y="5788972"/>
              <a:ext cx="331951" cy="322729"/>
            </a:xfrm>
            <a:prstGeom prst="rect">
              <a:avLst/>
            </a:prstGeom>
          </p:spPr>
        </p:pic>
        <p:pic>
          <p:nvPicPr>
            <p:cNvPr id="49" name="圖片 48">
              <a:extLst>
                <a:ext uri="{FF2B5EF4-FFF2-40B4-BE49-F238E27FC236}">
                  <a16:creationId xmlns:a16="http://schemas.microsoft.com/office/drawing/2014/main" id="{EF8A8864-3478-9D4C-BB02-665451507E2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79555" t="69800" r="12745" b="13355"/>
            <a:stretch/>
          </p:blipFill>
          <p:spPr>
            <a:xfrm rot="7249256">
              <a:off x="7263425" y="4796114"/>
              <a:ext cx="331951" cy="322729"/>
            </a:xfrm>
            <a:prstGeom prst="rect">
              <a:avLst/>
            </a:prstGeom>
          </p:spPr>
        </p:pic>
        <p:pic>
          <p:nvPicPr>
            <p:cNvPr id="50" name="圖片 49">
              <a:extLst>
                <a:ext uri="{FF2B5EF4-FFF2-40B4-BE49-F238E27FC236}">
                  <a16:creationId xmlns:a16="http://schemas.microsoft.com/office/drawing/2014/main" id="{C5540DEF-3CD1-AF43-A043-A7028DBD058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79555" t="69800" r="12745" b="13355"/>
            <a:stretch/>
          </p:blipFill>
          <p:spPr>
            <a:xfrm>
              <a:off x="7823490" y="4691334"/>
              <a:ext cx="331951" cy="322729"/>
            </a:xfrm>
            <a:prstGeom prst="rect">
              <a:avLst/>
            </a:prstGeom>
          </p:spPr>
        </p:pic>
        <p:pic>
          <p:nvPicPr>
            <p:cNvPr id="52" name="圖片 51">
              <a:extLst>
                <a:ext uri="{FF2B5EF4-FFF2-40B4-BE49-F238E27FC236}">
                  <a16:creationId xmlns:a16="http://schemas.microsoft.com/office/drawing/2014/main" id="{A75328D1-1645-0E48-8D2D-62FCEB25516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79555" t="69800" r="12745" b="13355"/>
            <a:stretch/>
          </p:blipFill>
          <p:spPr>
            <a:xfrm rot="15816059">
              <a:off x="8353802" y="3615468"/>
              <a:ext cx="331951" cy="322729"/>
            </a:xfrm>
            <a:prstGeom prst="rect">
              <a:avLst/>
            </a:prstGeom>
          </p:spPr>
        </p:pic>
        <p:pic>
          <p:nvPicPr>
            <p:cNvPr id="53" name="圖片 52">
              <a:extLst>
                <a:ext uri="{FF2B5EF4-FFF2-40B4-BE49-F238E27FC236}">
                  <a16:creationId xmlns:a16="http://schemas.microsoft.com/office/drawing/2014/main" id="{A83EE041-4E5C-C748-8812-1AFCD0CEC60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79555" t="69800" r="12745" b="13355"/>
            <a:stretch/>
          </p:blipFill>
          <p:spPr>
            <a:xfrm rot="2412942">
              <a:off x="8174524" y="4106840"/>
              <a:ext cx="331951" cy="322729"/>
            </a:xfrm>
            <a:prstGeom prst="rect">
              <a:avLst/>
            </a:prstGeom>
          </p:spPr>
        </p:pic>
        <p:pic>
          <p:nvPicPr>
            <p:cNvPr id="54" name="圖片 53">
              <a:extLst>
                <a:ext uri="{FF2B5EF4-FFF2-40B4-BE49-F238E27FC236}">
                  <a16:creationId xmlns:a16="http://schemas.microsoft.com/office/drawing/2014/main" id="{ECBABAA6-DD72-5441-9F56-38E73718E2A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79555" t="69800" r="12745" b="13355"/>
            <a:stretch/>
          </p:blipFill>
          <p:spPr>
            <a:xfrm rot="11209181">
              <a:off x="8932139" y="5923615"/>
              <a:ext cx="331951" cy="322729"/>
            </a:xfrm>
            <a:prstGeom prst="rect">
              <a:avLst/>
            </a:prstGeom>
          </p:spPr>
        </p:pic>
        <p:pic>
          <p:nvPicPr>
            <p:cNvPr id="55" name="圖片 54">
              <a:extLst>
                <a:ext uri="{FF2B5EF4-FFF2-40B4-BE49-F238E27FC236}">
                  <a16:creationId xmlns:a16="http://schemas.microsoft.com/office/drawing/2014/main" id="{5B306A08-D31B-F746-B755-9B17B2C3C3F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79555" t="69800" r="12745" b="13355"/>
            <a:stretch/>
          </p:blipFill>
          <p:spPr>
            <a:xfrm rot="9569194">
              <a:off x="7739544" y="3550501"/>
              <a:ext cx="331951" cy="322729"/>
            </a:xfrm>
            <a:prstGeom prst="rect">
              <a:avLst/>
            </a:prstGeom>
          </p:spPr>
        </p:pic>
        <p:pic>
          <p:nvPicPr>
            <p:cNvPr id="56" name="圖片 55">
              <a:extLst>
                <a:ext uri="{FF2B5EF4-FFF2-40B4-BE49-F238E27FC236}">
                  <a16:creationId xmlns:a16="http://schemas.microsoft.com/office/drawing/2014/main" id="{1DA544F9-352B-3F44-A8BC-246270D8E39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79555" t="69800" r="12745" b="13355"/>
            <a:stretch/>
          </p:blipFill>
          <p:spPr>
            <a:xfrm rot="18444723">
              <a:off x="6904902" y="3710678"/>
              <a:ext cx="331951" cy="322729"/>
            </a:xfrm>
            <a:prstGeom prst="rect">
              <a:avLst/>
            </a:prstGeom>
          </p:spPr>
        </p:pic>
        <p:pic>
          <p:nvPicPr>
            <p:cNvPr id="57" name="圖片 56">
              <a:extLst>
                <a:ext uri="{FF2B5EF4-FFF2-40B4-BE49-F238E27FC236}">
                  <a16:creationId xmlns:a16="http://schemas.microsoft.com/office/drawing/2014/main" id="{CD392A4E-D2B2-E64F-891D-D99994ECE58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79555" t="69800" r="12745" b="13355"/>
            <a:stretch/>
          </p:blipFill>
          <p:spPr>
            <a:xfrm rot="15708279">
              <a:off x="8645400" y="4998462"/>
              <a:ext cx="331951" cy="322729"/>
            </a:xfrm>
            <a:prstGeom prst="rect">
              <a:avLst/>
            </a:prstGeom>
          </p:spPr>
        </p:pic>
        <p:pic>
          <p:nvPicPr>
            <p:cNvPr id="58" name="圖片 57">
              <a:extLst>
                <a:ext uri="{FF2B5EF4-FFF2-40B4-BE49-F238E27FC236}">
                  <a16:creationId xmlns:a16="http://schemas.microsoft.com/office/drawing/2014/main" id="{E98E0CCB-5FBB-F945-ACC2-B78E01A181B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79555" t="69800" r="12745" b="13355"/>
            <a:stretch/>
          </p:blipFill>
          <p:spPr>
            <a:xfrm rot="5781651">
              <a:off x="8593730" y="4330403"/>
              <a:ext cx="331951" cy="322729"/>
            </a:xfrm>
            <a:prstGeom prst="rect">
              <a:avLst/>
            </a:prstGeom>
          </p:spPr>
        </p:pic>
        <p:pic>
          <p:nvPicPr>
            <p:cNvPr id="59" name="圖片 58">
              <a:extLst>
                <a:ext uri="{FF2B5EF4-FFF2-40B4-BE49-F238E27FC236}">
                  <a16:creationId xmlns:a16="http://schemas.microsoft.com/office/drawing/2014/main" id="{D88EA50D-DEB3-1144-957A-29B073B3B77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79555" t="69800" r="12745" b="13355"/>
            <a:stretch/>
          </p:blipFill>
          <p:spPr>
            <a:xfrm rot="3401871">
              <a:off x="9269617" y="5011071"/>
              <a:ext cx="331951" cy="322729"/>
            </a:xfrm>
            <a:prstGeom prst="rect">
              <a:avLst/>
            </a:prstGeom>
          </p:spPr>
        </p:pic>
        <p:pic>
          <p:nvPicPr>
            <p:cNvPr id="60" name="圖片 59">
              <a:extLst>
                <a:ext uri="{FF2B5EF4-FFF2-40B4-BE49-F238E27FC236}">
                  <a16:creationId xmlns:a16="http://schemas.microsoft.com/office/drawing/2014/main" id="{81D292EF-C323-514D-BA47-933C60A2913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79555" t="69800" r="12745" b="13355"/>
            <a:stretch/>
          </p:blipFill>
          <p:spPr>
            <a:xfrm rot="13702398">
              <a:off x="8301716" y="4779815"/>
              <a:ext cx="331951" cy="322729"/>
            </a:xfrm>
            <a:prstGeom prst="rect">
              <a:avLst/>
            </a:prstGeom>
          </p:spPr>
        </p:pic>
        <p:pic>
          <p:nvPicPr>
            <p:cNvPr id="61" name="圖片 60">
              <a:extLst>
                <a:ext uri="{FF2B5EF4-FFF2-40B4-BE49-F238E27FC236}">
                  <a16:creationId xmlns:a16="http://schemas.microsoft.com/office/drawing/2014/main" id="{EEE4DED6-F2B2-094C-8867-53464B3A229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79555" t="69800" r="12745" b="13355"/>
            <a:stretch/>
          </p:blipFill>
          <p:spPr>
            <a:xfrm rot="9746469">
              <a:off x="9116101" y="3798394"/>
              <a:ext cx="331951" cy="322729"/>
            </a:xfrm>
            <a:prstGeom prst="rect">
              <a:avLst/>
            </a:prstGeom>
          </p:spPr>
        </p:pic>
        <p:pic>
          <p:nvPicPr>
            <p:cNvPr id="62" name="圖片 61">
              <a:extLst>
                <a:ext uri="{FF2B5EF4-FFF2-40B4-BE49-F238E27FC236}">
                  <a16:creationId xmlns:a16="http://schemas.microsoft.com/office/drawing/2014/main" id="{E8461C89-6A82-AF42-8F8E-E4C304D02E1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79555" t="69800" r="12745" b="13355"/>
            <a:stretch/>
          </p:blipFill>
          <p:spPr>
            <a:xfrm rot="2073723">
              <a:off x="7381921" y="4183449"/>
              <a:ext cx="331951" cy="322729"/>
            </a:xfrm>
            <a:prstGeom prst="rect">
              <a:avLst/>
            </a:prstGeom>
          </p:spPr>
        </p:pic>
        <p:pic>
          <p:nvPicPr>
            <p:cNvPr id="63" name="圖片 62">
              <a:extLst>
                <a:ext uri="{FF2B5EF4-FFF2-40B4-BE49-F238E27FC236}">
                  <a16:creationId xmlns:a16="http://schemas.microsoft.com/office/drawing/2014/main" id="{302D291F-0A58-B44B-97BA-413C8BB3EFF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79555" t="69800" r="12745" b="13355"/>
            <a:stretch/>
          </p:blipFill>
          <p:spPr>
            <a:xfrm rot="19144967">
              <a:off x="8220575" y="5905048"/>
              <a:ext cx="331951" cy="322729"/>
            </a:xfrm>
            <a:prstGeom prst="rect">
              <a:avLst/>
            </a:prstGeom>
          </p:spPr>
        </p:pic>
        <p:pic>
          <p:nvPicPr>
            <p:cNvPr id="64" name="圖片 63">
              <a:extLst>
                <a:ext uri="{FF2B5EF4-FFF2-40B4-BE49-F238E27FC236}">
                  <a16:creationId xmlns:a16="http://schemas.microsoft.com/office/drawing/2014/main" id="{82A6DF30-D621-5E46-B5AE-C3B1B11F856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79555" t="69800" r="12745" b="13355"/>
            <a:stretch/>
          </p:blipFill>
          <p:spPr>
            <a:xfrm rot="20505879">
              <a:off x="8980351" y="5511172"/>
              <a:ext cx="331951" cy="322729"/>
            </a:xfrm>
            <a:prstGeom prst="rect">
              <a:avLst/>
            </a:prstGeom>
          </p:spPr>
        </p:pic>
        <p:pic>
          <p:nvPicPr>
            <p:cNvPr id="65" name="圖片 64">
              <a:extLst>
                <a:ext uri="{FF2B5EF4-FFF2-40B4-BE49-F238E27FC236}">
                  <a16:creationId xmlns:a16="http://schemas.microsoft.com/office/drawing/2014/main" id="{29B69C61-E506-F349-8698-F14FB207E46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79555" t="69800" r="12745" b="13355"/>
            <a:stretch/>
          </p:blipFill>
          <p:spPr>
            <a:xfrm>
              <a:off x="7929922" y="5279644"/>
              <a:ext cx="331951" cy="322729"/>
            </a:xfrm>
            <a:prstGeom prst="rect">
              <a:avLst/>
            </a:prstGeom>
          </p:spPr>
        </p:pic>
        <p:pic>
          <p:nvPicPr>
            <p:cNvPr id="66" name="圖片 65">
              <a:extLst>
                <a:ext uri="{FF2B5EF4-FFF2-40B4-BE49-F238E27FC236}">
                  <a16:creationId xmlns:a16="http://schemas.microsoft.com/office/drawing/2014/main" id="{0FD25F5E-86F5-C142-A374-49642329D4D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79555" t="69800" r="12745" b="13355"/>
            <a:stretch/>
          </p:blipFill>
          <p:spPr>
            <a:xfrm rot="6556715">
              <a:off x="6777689" y="5352081"/>
              <a:ext cx="331951" cy="32272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1413555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C1441F57-43E8-2641-B13C-DD570C7B65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36954"/>
            <a:ext cx="12192000" cy="6384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29504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840D1AE5-C3C4-EA40-A303-6821A821AC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6759" y="0"/>
            <a:ext cx="609848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45135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D7134336-8E6D-A945-9454-E8DF506890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4900" y="806450"/>
            <a:ext cx="7442200" cy="5245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70209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111</TotalTime>
  <Words>10</Words>
  <Application>Microsoft Macintosh PowerPoint</Application>
  <PresentationFormat>寬螢幕</PresentationFormat>
  <Paragraphs>10</Paragraphs>
  <Slides>7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7</vt:i4>
      </vt:variant>
    </vt:vector>
  </HeadingPairs>
  <TitlesOfParts>
    <vt:vector size="13" baseType="lpstr">
      <vt:lpstr>新細明體</vt:lpstr>
      <vt:lpstr>Arial</vt:lpstr>
      <vt:lpstr>Calibri</vt:lpstr>
      <vt:lpstr>Calibri Light</vt:lpstr>
      <vt:lpstr>Times New Roman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Hao-Lun Fu</dc:creator>
  <cp:lastModifiedBy>Hao-Lun Fu</cp:lastModifiedBy>
  <cp:revision>7</cp:revision>
  <dcterms:created xsi:type="dcterms:W3CDTF">2020-12-21T15:19:40Z</dcterms:created>
  <dcterms:modified xsi:type="dcterms:W3CDTF">2021-08-31T06:47:53Z</dcterms:modified>
</cp:coreProperties>
</file>